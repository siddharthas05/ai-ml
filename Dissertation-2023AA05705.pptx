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66" r:id="rId2"/>
    <p:sldId id="278" r:id="rId3"/>
    <p:sldId id="276" r:id="rId4"/>
    <p:sldId id="280" r:id="rId5"/>
    <p:sldId id="27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2.xml.rels><?xml version="1.0" encoding="UTF-8" standalone="yes"?>
<Relationships xmlns="http://schemas.openxmlformats.org/package/2006/relationships"><Relationship Id="rId2" Type="http://schemas.openxmlformats.org/officeDocument/2006/relationships/hyperlink" Target="https://portal.dbmi.hms.harvard.edu/projects/n2c2-nlp/" TargetMode="External"/><Relationship Id="rId1" Type="http://schemas.openxmlformats.org/officeDocument/2006/relationships/hyperlink" Target="https://physionet.org/" TargetMode="External"/></Relationships>
</file>

<file path=ppt/diagrams/_rels/drawing2.xml.rels><?xml version="1.0" encoding="UTF-8" standalone="yes"?>
<Relationships xmlns="http://schemas.openxmlformats.org/package/2006/relationships"><Relationship Id="rId2" Type="http://schemas.openxmlformats.org/officeDocument/2006/relationships/hyperlink" Target="https://portal.dbmi.hms.harvard.edu/projects/n2c2-nlp/" TargetMode="External"/><Relationship Id="rId1" Type="http://schemas.openxmlformats.org/officeDocument/2006/relationships/hyperlink" Target="https://physionet.org/"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D4E355-E2DA-442A-AABE-E1C8EE3E370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CEA7B01B-28FC-4ED3-B7BA-E09F6852779C}">
      <dgm:prSet custT="1"/>
      <dgm:spPr/>
      <dgm:t>
        <a:bodyPr/>
        <a:lstStyle/>
        <a:p>
          <a:r>
            <a:rPr lang="en-US" sz="2400" b="1" dirty="0"/>
            <a:t>Problem statement</a:t>
          </a:r>
          <a:endParaRPr lang="en-US" sz="2400" dirty="0"/>
        </a:p>
      </dgm:t>
    </dgm:pt>
    <dgm:pt modelId="{D5C0B0AD-128E-43C3-A6AB-F2A7A7E80A0B}" type="parTrans" cxnId="{4CB3DE66-3021-4CB7-8900-8422DB14FC11}">
      <dgm:prSet/>
      <dgm:spPr/>
      <dgm:t>
        <a:bodyPr/>
        <a:lstStyle/>
        <a:p>
          <a:endParaRPr lang="en-US"/>
        </a:p>
      </dgm:t>
    </dgm:pt>
    <dgm:pt modelId="{C43B34E4-84D7-4242-9F51-CDA44D5760E4}" type="sibTrans" cxnId="{4CB3DE66-3021-4CB7-8900-8422DB14FC11}">
      <dgm:prSet/>
      <dgm:spPr/>
      <dgm:t>
        <a:bodyPr/>
        <a:lstStyle/>
        <a:p>
          <a:endParaRPr lang="en-US"/>
        </a:p>
      </dgm:t>
    </dgm:pt>
    <dgm:pt modelId="{53637F5F-3F49-40B7-81FC-E27B4A44E9A4}">
      <dgm:prSet custT="1"/>
      <dgm:spPr/>
      <dgm:t>
        <a:bodyPr/>
        <a:lstStyle/>
        <a:p>
          <a:r>
            <a:rPr lang="en-US" sz="2400" b="1" dirty="0"/>
            <a:t>Dataset</a:t>
          </a:r>
        </a:p>
      </dgm:t>
    </dgm:pt>
    <dgm:pt modelId="{2A16547E-4494-47DC-8D1E-1275D94A00C5}" type="parTrans" cxnId="{C7DD4FD5-8F57-43E5-B5CE-DDCCBF1D6166}">
      <dgm:prSet/>
      <dgm:spPr/>
      <dgm:t>
        <a:bodyPr/>
        <a:lstStyle/>
        <a:p>
          <a:endParaRPr lang="en-US"/>
        </a:p>
      </dgm:t>
    </dgm:pt>
    <dgm:pt modelId="{F72EDD8E-0E43-4201-B5C1-E67B55FE7F9B}" type="sibTrans" cxnId="{C7DD4FD5-8F57-43E5-B5CE-DDCCBF1D6166}">
      <dgm:prSet/>
      <dgm:spPr/>
      <dgm:t>
        <a:bodyPr/>
        <a:lstStyle/>
        <a:p>
          <a:endParaRPr lang="en-US"/>
        </a:p>
      </dgm:t>
    </dgm:pt>
    <dgm:pt modelId="{8FD1DEB9-B788-4C74-8884-B4AF3FE7A8AA}">
      <dgm:prSet custT="1"/>
      <dgm:spPr/>
      <dgm:t>
        <a:bodyPr/>
        <a:lstStyle/>
        <a:p>
          <a:r>
            <a:rPr lang="en-US" sz="2400" b="1" dirty="0"/>
            <a:t>Technologies</a:t>
          </a:r>
        </a:p>
      </dgm:t>
    </dgm:pt>
    <dgm:pt modelId="{92396FB7-71F6-4194-9E0E-7C4709100CAD}" type="parTrans" cxnId="{946D4A27-8D7A-47AE-8905-F7DB5EB6BEE8}">
      <dgm:prSet/>
      <dgm:spPr/>
      <dgm:t>
        <a:bodyPr/>
        <a:lstStyle/>
        <a:p>
          <a:endParaRPr lang="en-US"/>
        </a:p>
      </dgm:t>
    </dgm:pt>
    <dgm:pt modelId="{0CCECDE4-90EB-4413-A4A9-57988B2B6D81}" type="sibTrans" cxnId="{946D4A27-8D7A-47AE-8905-F7DB5EB6BEE8}">
      <dgm:prSet/>
      <dgm:spPr/>
      <dgm:t>
        <a:bodyPr/>
        <a:lstStyle/>
        <a:p>
          <a:endParaRPr lang="en-US"/>
        </a:p>
      </dgm:t>
    </dgm:pt>
    <dgm:pt modelId="{56AB8924-EE9F-44A3-8384-8BA27483E7FF}">
      <dgm:prSet custT="1"/>
      <dgm:spPr/>
      <dgm:t>
        <a:bodyPr/>
        <a:lstStyle/>
        <a:p>
          <a:r>
            <a:rPr lang="en-US" sz="2400" b="1" dirty="0"/>
            <a:t>Performance</a:t>
          </a:r>
        </a:p>
      </dgm:t>
    </dgm:pt>
    <dgm:pt modelId="{8868AEF7-7635-4375-A6E4-6A576D41330D}" type="parTrans" cxnId="{58D4BBEB-368D-4AF2-95EA-F5CE5DD4C69A}">
      <dgm:prSet/>
      <dgm:spPr/>
      <dgm:t>
        <a:bodyPr/>
        <a:lstStyle/>
        <a:p>
          <a:endParaRPr lang="en-US"/>
        </a:p>
      </dgm:t>
    </dgm:pt>
    <dgm:pt modelId="{1A4E2EE4-B301-4FB2-AEF0-9071BAAEF80B}" type="sibTrans" cxnId="{58D4BBEB-368D-4AF2-95EA-F5CE5DD4C69A}">
      <dgm:prSet/>
      <dgm:spPr/>
      <dgm:t>
        <a:bodyPr/>
        <a:lstStyle/>
        <a:p>
          <a:endParaRPr lang="en-US"/>
        </a:p>
      </dgm:t>
    </dgm:pt>
    <dgm:pt modelId="{F916F118-439F-4863-8E60-70AF2023A212}">
      <dgm:prSet custT="1"/>
      <dgm:spPr/>
      <dgm:t>
        <a:bodyPr/>
        <a:lstStyle/>
        <a:p>
          <a:r>
            <a:rPr lang="en-US" sz="2400" b="1" dirty="0"/>
            <a:t>Literature review</a:t>
          </a:r>
        </a:p>
      </dgm:t>
    </dgm:pt>
    <dgm:pt modelId="{F99E533A-8C17-481B-ABC0-F3409BF606E2}" type="parTrans" cxnId="{996A4916-EF13-40DB-A238-9D066CEEE1E5}">
      <dgm:prSet/>
      <dgm:spPr/>
      <dgm:t>
        <a:bodyPr/>
        <a:lstStyle/>
        <a:p>
          <a:endParaRPr lang="en-US"/>
        </a:p>
      </dgm:t>
    </dgm:pt>
    <dgm:pt modelId="{24711056-7421-404D-8C68-2E31F14CEBB4}" type="sibTrans" cxnId="{996A4916-EF13-40DB-A238-9D066CEEE1E5}">
      <dgm:prSet/>
      <dgm:spPr/>
      <dgm:t>
        <a:bodyPr/>
        <a:lstStyle/>
        <a:p>
          <a:endParaRPr lang="en-US"/>
        </a:p>
      </dgm:t>
    </dgm:pt>
    <dgm:pt modelId="{FA1B2DA8-2C61-4759-AC4B-2DB468887F9B}">
      <dgm:prSet custT="1"/>
      <dgm:spPr/>
      <dgm:t>
        <a:bodyPr/>
        <a:lstStyle/>
        <a:p>
          <a:pPr>
            <a:buFont typeface="Wingdings" panose="05000000000000000000" pitchFamily="2" charset="2"/>
            <a:buChar char="v"/>
          </a:pPr>
          <a:r>
            <a:rPr lang="en-US" sz="1000" dirty="0"/>
            <a:t>  https://arxiv.org/pdf/1912.01369v3</a:t>
          </a:r>
        </a:p>
      </dgm:t>
    </dgm:pt>
    <dgm:pt modelId="{E17E5F7C-33E4-49A4-897F-D4F51C03414F}" type="parTrans" cxnId="{7CA56B68-B609-46D3-BDAE-65DD8A5A0E5B}">
      <dgm:prSet/>
      <dgm:spPr/>
      <dgm:t>
        <a:bodyPr/>
        <a:lstStyle/>
        <a:p>
          <a:endParaRPr lang="en-US"/>
        </a:p>
      </dgm:t>
    </dgm:pt>
    <dgm:pt modelId="{71F0BB2D-4474-4EA8-82F8-96216956F508}" type="sibTrans" cxnId="{7CA56B68-B609-46D3-BDAE-65DD8A5A0E5B}">
      <dgm:prSet/>
      <dgm:spPr/>
      <dgm:t>
        <a:bodyPr/>
        <a:lstStyle/>
        <a:p>
          <a:endParaRPr lang="en-US"/>
        </a:p>
      </dgm:t>
    </dgm:pt>
    <dgm:pt modelId="{2052540E-B5EB-4998-8493-1F9240754F05}">
      <dgm:prSet custT="1"/>
      <dgm:spPr/>
      <dgm:t>
        <a:bodyPr/>
        <a:lstStyle/>
        <a:p>
          <a:pPr>
            <a:buFont typeface="Wingdings" panose="05000000000000000000" pitchFamily="2" charset="2"/>
            <a:buChar char="Ø"/>
          </a:pPr>
          <a:r>
            <a:rPr lang="en-US" sz="1000" b="1" i="0" dirty="0"/>
            <a:t>Medical image Diagnosis(X-ray) with CNN &amp; Transfer Learning</a:t>
          </a:r>
          <a:endParaRPr lang="en-US" sz="1000" dirty="0"/>
        </a:p>
      </dgm:t>
    </dgm:pt>
    <dgm:pt modelId="{B31FD803-CB23-40CE-9790-0D6170D99437}" type="parTrans" cxnId="{0AF26025-1E54-4BAF-9FCA-5CAB86A663D7}">
      <dgm:prSet/>
      <dgm:spPr/>
      <dgm:t>
        <a:bodyPr/>
        <a:lstStyle/>
        <a:p>
          <a:endParaRPr lang="en-US"/>
        </a:p>
      </dgm:t>
    </dgm:pt>
    <dgm:pt modelId="{0D77ED7E-E56F-427F-917C-420F77B6A796}" type="sibTrans" cxnId="{0AF26025-1E54-4BAF-9FCA-5CAB86A663D7}">
      <dgm:prSet/>
      <dgm:spPr/>
      <dgm:t>
        <a:bodyPr/>
        <a:lstStyle/>
        <a:p>
          <a:endParaRPr lang="en-US"/>
        </a:p>
      </dgm:t>
    </dgm:pt>
    <dgm:pt modelId="{4995090D-A377-4E2B-A560-FF0DF6CBBB4B}">
      <dgm:prSet custT="1"/>
      <dgm:spPr/>
      <dgm:t>
        <a:bodyPr/>
        <a:lstStyle/>
        <a:p>
          <a:pPr algn="l">
            <a:buFont typeface="Wingdings" panose="05000000000000000000" pitchFamily="2" charset="2"/>
            <a:buChar char="Ø"/>
          </a:pPr>
          <a:r>
            <a:rPr lang="en-US" sz="1000" b="0" i="0" dirty="0"/>
            <a:t>The dataset is organized into 3 folders (train, test, </a:t>
          </a:r>
          <a:r>
            <a:rPr lang="en-US" sz="1000" b="0" i="0" dirty="0" err="1"/>
            <a:t>val</a:t>
          </a:r>
          <a:r>
            <a:rPr lang="en-US" sz="1000" b="0" i="0" dirty="0"/>
            <a:t>) and contains subfolders for each image category (Pneumonia/Normal). There are 5,863 X-Ray images (JPEG) and 2 categories (Pneumonia/Normal). Chest X-ray images (anterior-posterior) were selected from retrospective cohorts of pediatric patients of one to five years old from Guangzhou Women and Children’s Medical Center, Guangzhou</a:t>
          </a:r>
          <a:r>
            <a:rPr lang="en-US" sz="1000" b="1" i="0" dirty="0"/>
            <a:t>(https://data.mendeley.com/datasets/rscbjbr9sj/2)</a:t>
          </a:r>
          <a:endParaRPr lang="en-US" sz="1000" b="1" dirty="0"/>
        </a:p>
      </dgm:t>
    </dgm:pt>
    <dgm:pt modelId="{0A3A4369-E694-4BC2-833C-5572A284C3C4}" type="parTrans" cxnId="{4E89435C-24B4-459D-8255-2ED146E1804C}">
      <dgm:prSet/>
      <dgm:spPr/>
      <dgm:t>
        <a:bodyPr/>
        <a:lstStyle/>
        <a:p>
          <a:endParaRPr lang="en-US"/>
        </a:p>
      </dgm:t>
    </dgm:pt>
    <dgm:pt modelId="{9F509C6B-9782-4E5C-8C33-EFB86697A2CD}" type="sibTrans" cxnId="{4E89435C-24B4-459D-8255-2ED146E1804C}">
      <dgm:prSet/>
      <dgm:spPr/>
      <dgm:t>
        <a:bodyPr/>
        <a:lstStyle/>
        <a:p>
          <a:endParaRPr lang="en-US"/>
        </a:p>
      </dgm:t>
    </dgm:pt>
    <dgm:pt modelId="{9AC7ED63-E0E3-4873-8C59-4640683B4548}">
      <dgm:prSet custT="1"/>
      <dgm:spPr/>
      <dgm:t>
        <a:bodyPr/>
        <a:lstStyle/>
        <a:p>
          <a:pPr>
            <a:buFont typeface="Wingdings" panose="05000000000000000000" pitchFamily="2" charset="2"/>
            <a:buChar char="v"/>
          </a:pPr>
          <a:r>
            <a:rPr lang="en-US" sz="1000" dirty="0"/>
            <a:t>  https://pmc.ncbi.nlm.nih.gov/articles/PMC10740686/</a:t>
          </a:r>
        </a:p>
      </dgm:t>
    </dgm:pt>
    <dgm:pt modelId="{BB6CC24A-1E4F-4C6E-BE64-BD02A69F2314}" type="parTrans" cxnId="{D253CBB3-FD4D-46E7-9E97-014381BF5D59}">
      <dgm:prSet/>
      <dgm:spPr/>
      <dgm:t>
        <a:bodyPr/>
        <a:lstStyle/>
        <a:p>
          <a:endParaRPr lang="en-US"/>
        </a:p>
      </dgm:t>
    </dgm:pt>
    <dgm:pt modelId="{4660F614-DDBC-4C58-BC4C-4800082FCCFC}" type="sibTrans" cxnId="{D253CBB3-FD4D-46E7-9E97-014381BF5D59}">
      <dgm:prSet/>
      <dgm:spPr/>
      <dgm:t>
        <a:bodyPr/>
        <a:lstStyle/>
        <a:p>
          <a:endParaRPr lang="en-US"/>
        </a:p>
      </dgm:t>
    </dgm:pt>
    <dgm:pt modelId="{E07897DA-7C84-47CA-8F38-978894EE013D}">
      <dgm:prSet custT="1"/>
      <dgm:spPr/>
      <dgm:t>
        <a:bodyPr/>
        <a:lstStyle/>
        <a:p>
          <a:pPr>
            <a:buFont typeface="Wingdings" panose="05000000000000000000" pitchFamily="2" charset="2"/>
            <a:buChar char="v"/>
          </a:pPr>
          <a:r>
            <a:rPr lang="en-US" sz="1000" dirty="0"/>
            <a:t>  https://www.sciencedirect.com/science/article/pii/S2666990024000132.</a:t>
          </a:r>
        </a:p>
      </dgm:t>
    </dgm:pt>
    <dgm:pt modelId="{BE79A9E2-D5E2-4699-8F10-7032FDAD9234}" type="parTrans" cxnId="{CAD69BAC-90D1-409E-B2F7-AFB01BAC0D69}">
      <dgm:prSet/>
      <dgm:spPr/>
      <dgm:t>
        <a:bodyPr/>
        <a:lstStyle/>
        <a:p>
          <a:endParaRPr lang="en-US"/>
        </a:p>
      </dgm:t>
    </dgm:pt>
    <dgm:pt modelId="{03406B5F-6128-4D70-809C-77B7D1429CAD}" type="sibTrans" cxnId="{CAD69BAC-90D1-409E-B2F7-AFB01BAC0D69}">
      <dgm:prSet/>
      <dgm:spPr/>
      <dgm:t>
        <a:bodyPr/>
        <a:lstStyle/>
        <a:p>
          <a:endParaRPr lang="en-US"/>
        </a:p>
      </dgm:t>
    </dgm:pt>
    <dgm:pt modelId="{7350C62F-BB41-4B78-8223-31CE9471FE28}">
      <dgm:prSet custT="1"/>
      <dgm:spPr/>
      <dgm:t>
        <a:bodyPr/>
        <a:lstStyle/>
        <a:p>
          <a:pPr>
            <a:buFont typeface="Wingdings" panose="05000000000000000000" pitchFamily="2" charset="2"/>
            <a:buChar char="q"/>
          </a:pPr>
          <a:r>
            <a:rPr lang="en-US" sz="1000" dirty="0"/>
            <a:t>  Input image processing</a:t>
          </a:r>
        </a:p>
      </dgm:t>
    </dgm:pt>
    <dgm:pt modelId="{1BAA016F-AE6D-4A82-AF85-C4D214228E0C}" type="parTrans" cxnId="{915F21CB-4654-426C-9F15-5E79590BF675}">
      <dgm:prSet/>
      <dgm:spPr/>
      <dgm:t>
        <a:bodyPr/>
        <a:lstStyle/>
        <a:p>
          <a:endParaRPr lang="en-US"/>
        </a:p>
      </dgm:t>
    </dgm:pt>
    <dgm:pt modelId="{2F34A6D7-8455-43F0-B764-699FB59EE453}" type="sibTrans" cxnId="{915F21CB-4654-426C-9F15-5E79590BF675}">
      <dgm:prSet/>
      <dgm:spPr/>
      <dgm:t>
        <a:bodyPr/>
        <a:lstStyle/>
        <a:p>
          <a:endParaRPr lang="en-US"/>
        </a:p>
      </dgm:t>
    </dgm:pt>
    <dgm:pt modelId="{CD64CAC3-D778-4FAC-9995-F9B22B445F88}">
      <dgm:prSet custT="1"/>
      <dgm:spPr/>
      <dgm:t>
        <a:bodyPr/>
        <a:lstStyle/>
        <a:p>
          <a:pPr>
            <a:buFont typeface="Wingdings" panose="05000000000000000000" pitchFamily="2" charset="2"/>
            <a:buChar char="q"/>
          </a:pPr>
          <a:r>
            <a:rPr lang="en-US" sz="1000" dirty="0"/>
            <a:t>  Softmax/relu/sigmoid</a:t>
          </a:r>
        </a:p>
      </dgm:t>
    </dgm:pt>
    <dgm:pt modelId="{BF76F907-BDA1-48CC-BA0E-444293067480}" type="parTrans" cxnId="{08A68ECE-AAE0-4C83-9B5D-A64717EA5C44}">
      <dgm:prSet/>
      <dgm:spPr/>
      <dgm:t>
        <a:bodyPr/>
        <a:lstStyle/>
        <a:p>
          <a:endParaRPr lang="en-US"/>
        </a:p>
      </dgm:t>
    </dgm:pt>
    <dgm:pt modelId="{A7595E6C-535B-48AC-BB02-3C020AFA6C40}" type="sibTrans" cxnId="{08A68ECE-AAE0-4C83-9B5D-A64717EA5C44}">
      <dgm:prSet/>
      <dgm:spPr/>
      <dgm:t>
        <a:bodyPr/>
        <a:lstStyle/>
        <a:p>
          <a:endParaRPr lang="en-US"/>
        </a:p>
      </dgm:t>
    </dgm:pt>
    <dgm:pt modelId="{77BD06A6-7B70-41B1-86F1-7A3603E1C0FE}">
      <dgm:prSet custT="1"/>
      <dgm:spPr/>
      <dgm:t>
        <a:bodyPr/>
        <a:lstStyle/>
        <a:p>
          <a:pPr>
            <a:buFont typeface="Wingdings" panose="05000000000000000000" pitchFamily="2" charset="2"/>
            <a:buChar char="q"/>
          </a:pPr>
          <a:r>
            <a:rPr lang="en-US" sz="1000" dirty="0"/>
            <a:t>  Transfer learning</a:t>
          </a:r>
        </a:p>
      </dgm:t>
    </dgm:pt>
    <dgm:pt modelId="{F29F0D03-0E7D-4AD7-BA12-B60C64946C08}" type="parTrans" cxnId="{FF5BD2B2-66FA-4D4A-A4B5-2DCF05D15478}">
      <dgm:prSet/>
      <dgm:spPr/>
      <dgm:t>
        <a:bodyPr/>
        <a:lstStyle/>
        <a:p>
          <a:endParaRPr lang="en-US"/>
        </a:p>
      </dgm:t>
    </dgm:pt>
    <dgm:pt modelId="{33C2A1E0-0E0B-4453-AB34-29D7C52FA127}" type="sibTrans" cxnId="{FF5BD2B2-66FA-4D4A-A4B5-2DCF05D15478}">
      <dgm:prSet/>
      <dgm:spPr/>
      <dgm:t>
        <a:bodyPr/>
        <a:lstStyle/>
        <a:p>
          <a:endParaRPr lang="en-US"/>
        </a:p>
      </dgm:t>
    </dgm:pt>
    <dgm:pt modelId="{95574A67-9197-4269-A374-36DFB7FFA309}">
      <dgm:prSet custT="1"/>
      <dgm:spPr/>
      <dgm:t>
        <a:bodyPr/>
        <a:lstStyle/>
        <a:p>
          <a:r>
            <a:rPr lang="en-US" sz="1000" dirty="0"/>
            <a:t>  Accuracy</a:t>
          </a:r>
          <a:endParaRPr lang="en-US" sz="3200" b="1" dirty="0"/>
        </a:p>
      </dgm:t>
    </dgm:pt>
    <dgm:pt modelId="{ACE21F46-82DE-4C5F-813F-A6D76779ADB9}" type="parTrans" cxnId="{3852BA18-5102-4DC7-B1A0-61E8031683CF}">
      <dgm:prSet/>
      <dgm:spPr/>
      <dgm:t>
        <a:bodyPr/>
        <a:lstStyle/>
        <a:p>
          <a:endParaRPr lang="en-US"/>
        </a:p>
      </dgm:t>
    </dgm:pt>
    <dgm:pt modelId="{70EE5B97-FBCC-4C34-8D99-3A5D1715525B}" type="sibTrans" cxnId="{3852BA18-5102-4DC7-B1A0-61E8031683CF}">
      <dgm:prSet/>
      <dgm:spPr/>
      <dgm:t>
        <a:bodyPr/>
        <a:lstStyle/>
        <a:p>
          <a:endParaRPr lang="en-US"/>
        </a:p>
      </dgm:t>
    </dgm:pt>
    <dgm:pt modelId="{ED47BFFB-5598-4887-9EAD-45BBD2E9F80B}">
      <dgm:prSet custT="1"/>
      <dgm:spPr/>
      <dgm:t>
        <a:bodyPr/>
        <a:lstStyle/>
        <a:p>
          <a:r>
            <a:rPr lang="en-US" sz="1000" dirty="0"/>
            <a:t>  Precision</a:t>
          </a:r>
        </a:p>
      </dgm:t>
    </dgm:pt>
    <dgm:pt modelId="{49BA8BF0-571C-48DB-8979-2B2A88489EF8}" type="parTrans" cxnId="{89C6DD2F-F90D-4F1A-B97D-B1CD1DF36644}">
      <dgm:prSet/>
      <dgm:spPr/>
      <dgm:t>
        <a:bodyPr/>
        <a:lstStyle/>
        <a:p>
          <a:endParaRPr lang="en-US"/>
        </a:p>
      </dgm:t>
    </dgm:pt>
    <dgm:pt modelId="{24563576-B28A-40F8-85B1-F772758FF9EF}" type="sibTrans" cxnId="{89C6DD2F-F90D-4F1A-B97D-B1CD1DF36644}">
      <dgm:prSet/>
      <dgm:spPr/>
      <dgm:t>
        <a:bodyPr/>
        <a:lstStyle/>
        <a:p>
          <a:endParaRPr lang="en-US"/>
        </a:p>
      </dgm:t>
    </dgm:pt>
    <dgm:pt modelId="{B18EBBF3-D37D-4CF5-8DAC-65F805679491}">
      <dgm:prSet custT="1"/>
      <dgm:spPr/>
      <dgm:t>
        <a:bodyPr/>
        <a:lstStyle/>
        <a:p>
          <a:r>
            <a:rPr lang="en-US" sz="1000" dirty="0"/>
            <a:t>  Recall/F1 Score</a:t>
          </a:r>
        </a:p>
      </dgm:t>
    </dgm:pt>
    <dgm:pt modelId="{89D62321-96C2-4BC8-A011-3886D83465F7}" type="parTrans" cxnId="{CA8F1137-381D-4530-A893-FB4529084035}">
      <dgm:prSet/>
      <dgm:spPr/>
      <dgm:t>
        <a:bodyPr/>
        <a:lstStyle/>
        <a:p>
          <a:endParaRPr lang="en-US"/>
        </a:p>
      </dgm:t>
    </dgm:pt>
    <dgm:pt modelId="{95EAF447-E363-4522-A134-913114AE4804}" type="sibTrans" cxnId="{CA8F1137-381D-4530-A893-FB4529084035}">
      <dgm:prSet/>
      <dgm:spPr/>
      <dgm:t>
        <a:bodyPr/>
        <a:lstStyle/>
        <a:p>
          <a:endParaRPr lang="en-US"/>
        </a:p>
      </dgm:t>
    </dgm:pt>
    <dgm:pt modelId="{C60E7201-C879-4487-86BB-3A916FBF53EB}">
      <dgm:prSet custT="1"/>
      <dgm:spPr/>
      <dgm:t>
        <a:bodyPr/>
        <a:lstStyle/>
        <a:p>
          <a:pPr>
            <a:buFont typeface="Wingdings" panose="05000000000000000000" pitchFamily="2" charset="2"/>
            <a:buChar char="q"/>
          </a:pPr>
          <a:r>
            <a:rPr lang="en-US" sz="1000" dirty="0"/>
            <a:t>  CNN/Res Net</a:t>
          </a:r>
        </a:p>
      </dgm:t>
    </dgm:pt>
    <dgm:pt modelId="{2935C789-0FD1-49D6-803F-70FC051894BC}" type="parTrans" cxnId="{0BDA897A-B525-47C5-8904-1D4DFA84D903}">
      <dgm:prSet/>
      <dgm:spPr/>
      <dgm:t>
        <a:bodyPr/>
        <a:lstStyle/>
        <a:p>
          <a:endParaRPr lang="en-US"/>
        </a:p>
      </dgm:t>
    </dgm:pt>
    <dgm:pt modelId="{3C2C7F2F-E8DC-42A8-8F06-D89BDCE25168}" type="sibTrans" cxnId="{0BDA897A-B525-47C5-8904-1D4DFA84D903}">
      <dgm:prSet/>
      <dgm:spPr/>
      <dgm:t>
        <a:bodyPr/>
        <a:lstStyle/>
        <a:p>
          <a:endParaRPr lang="en-US"/>
        </a:p>
      </dgm:t>
    </dgm:pt>
    <dgm:pt modelId="{ABE31D93-9BA9-4270-B878-FA96CDE87B70}">
      <dgm:prSet custT="1"/>
      <dgm:spPr/>
      <dgm:t>
        <a:bodyPr/>
        <a:lstStyle/>
        <a:p>
          <a:r>
            <a:rPr lang="en-US" sz="1000" dirty="0"/>
            <a:t>  AUC-ROC</a:t>
          </a:r>
          <a:endParaRPr lang="en-US" sz="3200" b="1" dirty="0"/>
        </a:p>
      </dgm:t>
    </dgm:pt>
    <dgm:pt modelId="{DE98CBBE-45AD-4BA4-A86F-A04C71E352D8}" type="parTrans" cxnId="{8200BBD6-6D32-453C-B3D7-5AB67184A31E}">
      <dgm:prSet/>
      <dgm:spPr/>
      <dgm:t>
        <a:bodyPr/>
        <a:lstStyle/>
        <a:p>
          <a:endParaRPr lang="en-US"/>
        </a:p>
      </dgm:t>
    </dgm:pt>
    <dgm:pt modelId="{1BF6B890-6601-434A-9C7F-883821F8C2C9}" type="sibTrans" cxnId="{8200BBD6-6D32-453C-B3D7-5AB67184A31E}">
      <dgm:prSet/>
      <dgm:spPr/>
      <dgm:t>
        <a:bodyPr/>
        <a:lstStyle/>
        <a:p>
          <a:endParaRPr lang="en-US"/>
        </a:p>
      </dgm:t>
    </dgm:pt>
    <dgm:pt modelId="{43369D23-E76A-4CF6-A8FE-0C0FC7E2B57C}">
      <dgm:prSet custT="1"/>
      <dgm:spPr/>
      <dgm:t>
        <a:bodyPr/>
        <a:lstStyle/>
        <a:p>
          <a:pPr>
            <a:buFont typeface="Wingdings" panose="05000000000000000000" pitchFamily="2" charset="2"/>
            <a:buChar char="§"/>
          </a:pPr>
          <a:r>
            <a:rPr lang="en-US" sz="1000" i="1" dirty="0"/>
            <a:t>pneumonia detection on the Chest X-ray Pneumonia dataset</a:t>
          </a:r>
        </a:p>
      </dgm:t>
    </dgm:pt>
    <dgm:pt modelId="{54A02AD5-CF6D-49F2-915F-2E63D60A64E6}" type="parTrans" cxnId="{16892B16-02DA-40DE-ACC7-5888CF388EE2}">
      <dgm:prSet/>
      <dgm:spPr/>
      <dgm:t>
        <a:bodyPr/>
        <a:lstStyle/>
        <a:p>
          <a:endParaRPr lang="en-US"/>
        </a:p>
      </dgm:t>
    </dgm:pt>
    <dgm:pt modelId="{439DA13C-5E2F-421C-A5B8-0425D1884AAC}" type="sibTrans" cxnId="{16892B16-02DA-40DE-ACC7-5888CF388EE2}">
      <dgm:prSet/>
      <dgm:spPr/>
      <dgm:t>
        <a:bodyPr/>
        <a:lstStyle/>
        <a:p>
          <a:endParaRPr lang="en-US"/>
        </a:p>
      </dgm:t>
    </dgm:pt>
    <dgm:pt modelId="{7CF51A75-5987-4845-8F46-A2CF77DBE3C0}">
      <dgm:prSet custT="1"/>
      <dgm:spPr/>
      <dgm:t>
        <a:bodyPr/>
        <a:lstStyle/>
        <a:p>
          <a:pPr>
            <a:buFont typeface="Wingdings" panose="05000000000000000000" pitchFamily="2" charset="2"/>
            <a:buChar char="v"/>
          </a:pPr>
          <a:r>
            <a:rPr lang="en-US" sz="1000" dirty="0"/>
            <a:t>  https://pmc.ncbi.nlm.nih.gov/articles/PMC10252226/</a:t>
          </a:r>
        </a:p>
      </dgm:t>
    </dgm:pt>
    <dgm:pt modelId="{3B6626D4-6922-493A-BB9A-36D3653320E0}" type="parTrans" cxnId="{3560DD7D-EB68-476E-BAA2-B78F4373F5F9}">
      <dgm:prSet/>
      <dgm:spPr/>
      <dgm:t>
        <a:bodyPr/>
        <a:lstStyle/>
        <a:p>
          <a:endParaRPr lang="en-US"/>
        </a:p>
      </dgm:t>
    </dgm:pt>
    <dgm:pt modelId="{1AB25AE3-55D3-4580-9CA7-DF59E2E9AB22}" type="sibTrans" cxnId="{3560DD7D-EB68-476E-BAA2-B78F4373F5F9}">
      <dgm:prSet/>
      <dgm:spPr/>
      <dgm:t>
        <a:bodyPr/>
        <a:lstStyle/>
        <a:p>
          <a:endParaRPr lang="en-US"/>
        </a:p>
      </dgm:t>
    </dgm:pt>
    <dgm:pt modelId="{55CCB104-E8B7-44FE-9C69-742855D86897}" type="pres">
      <dgm:prSet presAssocID="{7ED4E355-E2DA-442A-AABE-E1C8EE3E370F}" presName="Name0" presStyleCnt="0">
        <dgm:presLayoutVars>
          <dgm:dir/>
          <dgm:animLvl val="lvl"/>
          <dgm:resizeHandles val="exact"/>
        </dgm:presLayoutVars>
      </dgm:prSet>
      <dgm:spPr/>
    </dgm:pt>
    <dgm:pt modelId="{E407F45A-17BF-4CD8-8334-BE96F18319FA}" type="pres">
      <dgm:prSet presAssocID="{CEA7B01B-28FC-4ED3-B7BA-E09F6852779C}" presName="linNode" presStyleCnt="0"/>
      <dgm:spPr/>
    </dgm:pt>
    <dgm:pt modelId="{DD5423C7-C3DD-439B-AB55-5821E0DBDC63}" type="pres">
      <dgm:prSet presAssocID="{CEA7B01B-28FC-4ED3-B7BA-E09F6852779C}" presName="parentText" presStyleLbl="node1" presStyleIdx="0" presStyleCnt="5">
        <dgm:presLayoutVars>
          <dgm:chMax val="1"/>
          <dgm:bulletEnabled val="1"/>
        </dgm:presLayoutVars>
      </dgm:prSet>
      <dgm:spPr/>
    </dgm:pt>
    <dgm:pt modelId="{237BC43E-3B5E-4FE7-92B4-95E338CDD931}" type="pres">
      <dgm:prSet presAssocID="{CEA7B01B-28FC-4ED3-B7BA-E09F6852779C}" presName="descendantText" presStyleLbl="alignAccFollowNode1" presStyleIdx="0" presStyleCnt="5">
        <dgm:presLayoutVars>
          <dgm:bulletEnabled val="1"/>
        </dgm:presLayoutVars>
      </dgm:prSet>
      <dgm:spPr/>
    </dgm:pt>
    <dgm:pt modelId="{3DDC0BAA-8E05-4400-A035-84C5294908F8}" type="pres">
      <dgm:prSet presAssocID="{C43B34E4-84D7-4242-9F51-CDA44D5760E4}" presName="sp" presStyleCnt="0"/>
      <dgm:spPr/>
    </dgm:pt>
    <dgm:pt modelId="{0538CA0C-9A69-4561-99A1-288E810670A5}" type="pres">
      <dgm:prSet presAssocID="{53637F5F-3F49-40B7-81FC-E27B4A44E9A4}" presName="linNode" presStyleCnt="0"/>
      <dgm:spPr/>
    </dgm:pt>
    <dgm:pt modelId="{EBBFF934-D19B-4D7C-97F3-7F3E0037BD8E}" type="pres">
      <dgm:prSet presAssocID="{53637F5F-3F49-40B7-81FC-E27B4A44E9A4}" presName="parentText" presStyleLbl="node1" presStyleIdx="1" presStyleCnt="5">
        <dgm:presLayoutVars>
          <dgm:chMax val="1"/>
          <dgm:bulletEnabled val="1"/>
        </dgm:presLayoutVars>
      </dgm:prSet>
      <dgm:spPr/>
    </dgm:pt>
    <dgm:pt modelId="{A6F846D4-7668-4844-9D66-6A088AD9E8BF}" type="pres">
      <dgm:prSet presAssocID="{53637F5F-3F49-40B7-81FC-E27B4A44E9A4}" presName="descendantText" presStyleLbl="alignAccFollowNode1" presStyleIdx="1" presStyleCnt="5">
        <dgm:presLayoutVars>
          <dgm:bulletEnabled val="1"/>
        </dgm:presLayoutVars>
      </dgm:prSet>
      <dgm:spPr/>
    </dgm:pt>
    <dgm:pt modelId="{22BD236D-F75F-4442-9946-57BC2EE42B83}" type="pres">
      <dgm:prSet presAssocID="{F72EDD8E-0E43-4201-B5C1-E67B55FE7F9B}" presName="sp" presStyleCnt="0"/>
      <dgm:spPr/>
    </dgm:pt>
    <dgm:pt modelId="{41CA1FCD-41BB-4889-81D0-ECF8498C37C8}" type="pres">
      <dgm:prSet presAssocID="{8FD1DEB9-B788-4C74-8884-B4AF3FE7A8AA}" presName="linNode" presStyleCnt="0"/>
      <dgm:spPr/>
    </dgm:pt>
    <dgm:pt modelId="{D8C07A8B-DE6D-4E06-A115-B246A936B49A}" type="pres">
      <dgm:prSet presAssocID="{8FD1DEB9-B788-4C74-8884-B4AF3FE7A8AA}" presName="parentText" presStyleLbl="node1" presStyleIdx="2" presStyleCnt="5">
        <dgm:presLayoutVars>
          <dgm:chMax val="1"/>
          <dgm:bulletEnabled val="1"/>
        </dgm:presLayoutVars>
      </dgm:prSet>
      <dgm:spPr/>
    </dgm:pt>
    <dgm:pt modelId="{799CFEBE-4EFF-4954-B47E-E75A6D649A1F}" type="pres">
      <dgm:prSet presAssocID="{8FD1DEB9-B788-4C74-8884-B4AF3FE7A8AA}" presName="descendantText" presStyleLbl="alignAccFollowNode1" presStyleIdx="2" presStyleCnt="5">
        <dgm:presLayoutVars>
          <dgm:bulletEnabled val="1"/>
        </dgm:presLayoutVars>
      </dgm:prSet>
      <dgm:spPr/>
    </dgm:pt>
    <dgm:pt modelId="{C4B3578A-85A7-465A-A6BF-B3DB1D61C7C1}" type="pres">
      <dgm:prSet presAssocID="{0CCECDE4-90EB-4413-A4A9-57988B2B6D81}" presName="sp" presStyleCnt="0"/>
      <dgm:spPr/>
    </dgm:pt>
    <dgm:pt modelId="{6DD096CD-C2D4-4BDE-BC99-9F7525B96C52}" type="pres">
      <dgm:prSet presAssocID="{56AB8924-EE9F-44A3-8384-8BA27483E7FF}" presName="linNode" presStyleCnt="0"/>
      <dgm:spPr/>
    </dgm:pt>
    <dgm:pt modelId="{10428379-A5BB-44A8-8A18-F68E737EF504}" type="pres">
      <dgm:prSet presAssocID="{56AB8924-EE9F-44A3-8384-8BA27483E7FF}" presName="parentText" presStyleLbl="node1" presStyleIdx="3" presStyleCnt="5">
        <dgm:presLayoutVars>
          <dgm:chMax val="1"/>
          <dgm:bulletEnabled val="1"/>
        </dgm:presLayoutVars>
      </dgm:prSet>
      <dgm:spPr/>
    </dgm:pt>
    <dgm:pt modelId="{4ECCF56F-3F24-4426-9B72-3AC023CB33AE}" type="pres">
      <dgm:prSet presAssocID="{56AB8924-EE9F-44A3-8384-8BA27483E7FF}" presName="descendantText" presStyleLbl="alignAccFollowNode1" presStyleIdx="3" presStyleCnt="5">
        <dgm:presLayoutVars>
          <dgm:bulletEnabled val="1"/>
        </dgm:presLayoutVars>
      </dgm:prSet>
      <dgm:spPr/>
    </dgm:pt>
    <dgm:pt modelId="{9869F6E6-C15F-4969-A67D-B9F32C2BF31D}" type="pres">
      <dgm:prSet presAssocID="{1A4E2EE4-B301-4FB2-AEF0-9071BAAEF80B}" presName="sp" presStyleCnt="0"/>
      <dgm:spPr/>
    </dgm:pt>
    <dgm:pt modelId="{CC09039C-B026-499B-B2CF-FE79EC06D85D}" type="pres">
      <dgm:prSet presAssocID="{F916F118-439F-4863-8E60-70AF2023A212}" presName="linNode" presStyleCnt="0"/>
      <dgm:spPr/>
    </dgm:pt>
    <dgm:pt modelId="{4A797210-092E-4FFE-BA62-809D4DA758F1}" type="pres">
      <dgm:prSet presAssocID="{F916F118-439F-4863-8E60-70AF2023A212}" presName="parentText" presStyleLbl="node1" presStyleIdx="4" presStyleCnt="5">
        <dgm:presLayoutVars>
          <dgm:chMax val="1"/>
          <dgm:bulletEnabled val="1"/>
        </dgm:presLayoutVars>
      </dgm:prSet>
      <dgm:spPr/>
    </dgm:pt>
    <dgm:pt modelId="{894A21F4-FDDC-45FA-A994-9CB8BA8E1C50}" type="pres">
      <dgm:prSet presAssocID="{F916F118-439F-4863-8E60-70AF2023A212}" presName="descendantText" presStyleLbl="alignAccFollowNode1" presStyleIdx="4" presStyleCnt="5">
        <dgm:presLayoutVars>
          <dgm:bulletEnabled val="1"/>
        </dgm:presLayoutVars>
      </dgm:prSet>
      <dgm:spPr/>
    </dgm:pt>
  </dgm:ptLst>
  <dgm:cxnLst>
    <dgm:cxn modelId="{EE38710E-1BDF-4314-899A-E703EDD07B37}" type="presOf" srcId="{CEA7B01B-28FC-4ED3-B7BA-E09F6852779C}" destId="{DD5423C7-C3DD-439B-AB55-5821E0DBDC63}" srcOrd="0" destOrd="0" presId="urn:microsoft.com/office/officeart/2005/8/layout/vList5"/>
    <dgm:cxn modelId="{9C937A15-0BE3-4B07-B77C-127A0C300DF5}" type="presOf" srcId="{8FD1DEB9-B788-4C74-8884-B4AF3FE7A8AA}" destId="{D8C07A8B-DE6D-4E06-A115-B246A936B49A}" srcOrd="0" destOrd="0" presId="urn:microsoft.com/office/officeart/2005/8/layout/vList5"/>
    <dgm:cxn modelId="{BA8ECE15-858C-40DB-BAED-75213C9346DA}" type="presOf" srcId="{CD64CAC3-D778-4FAC-9995-F9B22B445F88}" destId="{799CFEBE-4EFF-4954-B47E-E75A6D649A1F}" srcOrd="0" destOrd="2" presId="urn:microsoft.com/office/officeart/2005/8/layout/vList5"/>
    <dgm:cxn modelId="{16892B16-02DA-40DE-ACC7-5888CF388EE2}" srcId="{2052540E-B5EB-4998-8493-1F9240754F05}" destId="{43369D23-E76A-4CF6-A8FE-0C0FC7E2B57C}" srcOrd="0" destOrd="0" parTransId="{54A02AD5-CF6D-49F2-915F-2E63D60A64E6}" sibTransId="{439DA13C-5E2F-421C-A5B8-0425D1884AAC}"/>
    <dgm:cxn modelId="{996A4916-EF13-40DB-A238-9D066CEEE1E5}" srcId="{7ED4E355-E2DA-442A-AABE-E1C8EE3E370F}" destId="{F916F118-439F-4863-8E60-70AF2023A212}" srcOrd="4" destOrd="0" parTransId="{F99E533A-8C17-481B-ABC0-F3409BF606E2}" sibTransId="{24711056-7421-404D-8C68-2E31F14CEBB4}"/>
    <dgm:cxn modelId="{3852BA18-5102-4DC7-B1A0-61E8031683CF}" srcId="{56AB8924-EE9F-44A3-8384-8BA27483E7FF}" destId="{95574A67-9197-4269-A374-36DFB7FFA309}" srcOrd="0" destOrd="0" parTransId="{ACE21F46-82DE-4C5F-813F-A6D76779ADB9}" sibTransId="{70EE5B97-FBCC-4C34-8D99-3A5D1715525B}"/>
    <dgm:cxn modelId="{05735D1B-316D-49B4-8BC3-F353AAF08D9C}" type="presOf" srcId="{7CF51A75-5987-4845-8F46-A2CF77DBE3C0}" destId="{894A21F4-FDDC-45FA-A994-9CB8BA8E1C50}" srcOrd="0" destOrd="2" presId="urn:microsoft.com/office/officeart/2005/8/layout/vList5"/>
    <dgm:cxn modelId="{0AF26025-1E54-4BAF-9FCA-5CAB86A663D7}" srcId="{CEA7B01B-28FC-4ED3-B7BA-E09F6852779C}" destId="{2052540E-B5EB-4998-8493-1F9240754F05}" srcOrd="0" destOrd="0" parTransId="{B31FD803-CB23-40CE-9790-0D6170D99437}" sibTransId="{0D77ED7E-E56F-427F-917C-420F77B6A796}"/>
    <dgm:cxn modelId="{946D4A27-8D7A-47AE-8905-F7DB5EB6BEE8}" srcId="{7ED4E355-E2DA-442A-AABE-E1C8EE3E370F}" destId="{8FD1DEB9-B788-4C74-8884-B4AF3FE7A8AA}" srcOrd="2" destOrd="0" parTransId="{92396FB7-71F6-4194-9E0E-7C4709100CAD}" sibTransId="{0CCECDE4-90EB-4413-A4A9-57988B2B6D81}"/>
    <dgm:cxn modelId="{C4288527-7059-4B1D-8B3F-82E0F7C06D4A}" type="presOf" srcId="{77BD06A6-7B70-41B1-86F1-7A3603E1C0FE}" destId="{799CFEBE-4EFF-4954-B47E-E75A6D649A1F}" srcOrd="0" destOrd="3" presId="urn:microsoft.com/office/officeart/2005/8/layout/vList5"/>
    <dgm:cxn modelId="{583E4B2A-BD47-414C-84E7-273CC3E43E64}" type="presOf" srcId="{B18EBBF3-D37D-4CF5-8DAC-65F805679491}" destId="{4ECCF56F-3F24-4426-9B72-3AC023CB33AE}" srcOrd="0" destOrd="3" presId="urn:microsoft.com/office/officeart/2005/8/layout/vList5"/>
    <dgm:cxn modelId="{89C6DD2F-F90D-4F1A-B97D-B1CD1DF36644}" srcId="{56AB8924-EE9F-44A3-8384-8BA27483E7FF}" destId="{ED47BFFB-5598-4887-9EAD-45BBD2E9F80B}" srcOrd="2" destOrd="0" parTransId="{49BA8BF0-571C-48DB-8979-2B2A88489EF8}" sibTransId="{24563576-B28A-40F8-85B1-F772758FF9EF}"/>
    <dgm:cxn modelId="{CA8F1137-381D-4530-A893-FB4529084035}" srcId="{56AB8924-EE9F-44A3-8384-8BA27483E7FF}" destId="{B18EBBF3-D37D-4CF5-8DAC-65F805679491}" srcOrd="3" destOrd="0" parTransId="{89D62321-96C2-4BC8-A011-3886D83465F7}" sibTransId="{95EAF447-E363-4522-A134-913114AE4804}"/>
    <dgm:cxn modelId="{4E89435C-24B4-459D-8255-2ED146E1804C}" srcId="{53637F5F-3F49-40B7-81FC-E27B4A44E9A4}" destId="{4995090D-A377-4E2B-A560-FF0DF6CBBB4B}" srcOrd="0" destOrd="0" parTransId="{0A3A4369-E694-4BC2-833C-5572A284C3C4}" sibTransId="{9F509C6B-9782-4E5C-8C33-EFB86697A2CD}"/>
    <dgm:cxn modelId="{4CB3DE66-3021-4CB7-8900-8422DB14FC11}" srcId="{7ED4E355-E2DA-442A-AABE-E1C8EE3E370F}" destId="{CEA7B01B-28FC-4ED3-B7BA-E09F6852779C}" srcOrd="0" destOrd="0" parTransId="{D5C0B0AD-128E-43C3-A6AB-F2A7A7E80A0B}" sibTransId="{C43B34E4-84D7-4242-9F51-CDA44D5760E4}"/>
    <dgm:cxn modelId="{7CA56B68-B609-46D3-BDAE-65DD8A5A0E5B}" srcId="{F916F118-439F-4863-8E60-70AF2023A212}" destId="{FA1B2DA8-2C61-4759-AC4B-2DB468887F9B}" srcOrd="0" destOrd="0" parTransId="{E17E5F7C-33E4-49A4-897F-D4F51C03414F}" sibTransId="{71F0BB2D-4474-4EA8-82F8-96216956F508}"/>
    <dgm:cxn modelId="{EA26CC4A-3835-4331-9E95-398BEC92A66F}" type="presOf" srcId="{53637F5F-3F49-40B7-81FC-E27B4A44E9A4}" destId="{EBBFF934-D19B-4D7C-97F3-7F3E0037BD8E}" srcOrd="0" destOrd="0" presId="urn:microsoft.com/office/officeart/2005/8/layout/vList5"/>
    <dgm:cxn modelId="{97B3454C-B53F-4DB7-97E1-3E88FDC35C7C}" type="presOf" srcId="{43369D23-E76A-4CF6-A8FE-0C0FC7E2B57C}" destId="{237BC43E-3B5E-4FE7-92B4-95E338CDD931}" srcOrd="0" destOrd="1" presId="urn:microsoft.com/office/officeart/2005/8/layout/vList5"/>
    <dgm:cxn modelId="{E741E96E-4D93-4A71-81F3-B0D280894758}" type="presOf" srcId="{7350C62F-BB41-4B78-8223-31CE9471FE28}" destId="{799CFEBE-4EFF-4954-B47E-E75A6D649A1F}" srcOrd="0" destOrd="0" presId="urn:microsoft.com/office/officeart/2005/8/layout/vList5"/>
    <dgm:cxn modelId="{1249D954-036A-421B-9183-665EDBDD35C3}" type="presOf" srcId="{4995090D-A377-4E2B-A560-FF0DF6CBBB4B}" destId="{A6F846D4-7668-4844-9D66-6A088AD9E8BF}" srcOrd="0" destOrd="0" presId="urn:microsoft.com/office/officeart/2005/8/layout/vList5"/>
    <dgm:cxn modelId="{0BDA897A-B525-47C5-8904-1D4DFA84D903}" srcId="{8FD1DEB9-B788-4C74-8884-B4AF3FE7A8AA}" destId="{C60E7201-C879-4487-86BB-3A916FBF53EB}" srcOrd="1" destOrd="0" parTransId="{2935C789-0FD1-49D6-803F-70FC051894BC}" sibTransId="{3C2C7F2F-E8DC-42A8-8F06-D89BDCE25168}"/>
    <dgm:cxn modelId="{19BAC57D-324E-4A4F-AEC7-5040D61C8C29}" type="presOf" srcId="{9AC7ED63-E0E3-4873-8C59-4640683B4548}" destId="{894A21F4-FDDC-45FA-A994-9CB8BA8E1C50}" srcOrd="0" destOrd="1" presId="urn:microsoft.com/office/officeart/2005/8/layout/vList5"/>
    <dgm:cxn modelId="{3560DD7D-EB68-476E-BAA2-B78F4373F5F9}" srcId="{F916F118-439F-4863-8E60-70AF2023A212}" destId="{7CF51A75-5987-4845-8F46-A2CF77DBE3C0}" srcOrd="2" destOrd="0" parTransId="{3B6626D4-6922-493A-BB9A-36D3653320E0}" sibTransId="{1AB25AE3-55D3-4580-9CA7-DF59E2E9AB22}"/>
    <dgm:cxn modelId="{ED6D8C8A-8A46-4A50-8879-E508A173EEF0}" type="presOf" srcId="{2052540E-B5EB-4998-8493-1F9240754F05}" destId="{237BC43E-3B5E-4FE7-92B4-95E338CDD931}" srcOrd="0" destOrd="0" presId="urn:microsoft.com/office/officeart/2005/8/layout/vList5"/>
    <dgm:cxn modelId="{DAAEDC8D-F3D5-42D6-8545-339AD75978FA}" type="presOf" srcId="{ED47BFFB-5598-4887-9EAD-45BBD2E9F80B}" destId="{4ECCF56F-3F24-4426-9B72-3AC023CB33AE}" srcOrd="0" destOrd="2" presId="urn:microsoft.com/office/officeart/2005/8/layout/vList5"/>
    <dgm:cxn modelId="{9356E58F-9BCD-426A-9F0F-6A0F15941FC2}" type="presOf" srcId="{F916F118-439F-4863-8E60-70AF2023A212}" destId="{4A797210-092E-4FFE-BA62-809D4DA758F1}" srcOrd="0" destOrd="0" presId="urn:microsoft.com/office/officeart/2005/8/layout/vList5"/>
    <dgm:cxn modelId="{E174199D-9AC3-49A4-A79C-B78EF0213443}" type="presOf" srcId="{C60E7201-C879-4487-86BB-3A916FBF53EB}" destId="{799CFEBE-4EFF-4954-B47E-E75A6D649A1F}" srcOrd="0" destOrd="1" presId="urn:microsoft.com/office/officeart/2005/8/layout/vList5"/>
    <dgm:cxn modelId="{7488F19F-5004-4B4B-983D-B876A954163B}" type="presOf" srcId="{56AB8924-EE9F-44A3-8384-8BA27483E7FF}" destId="{10428379-A5BB-44A8-8A18-F68E737EF504}" srcOrd="0" destOrd="0" presId="urn:microsoft.com/office/officeart/2005/8/layout/vList5"/>
    <dgm:cxn modelId="{CAD69BAC-90D1-409E-B2F7-AFB01BAC0D69}" srcId="{F916F118-439F-4863-8E60-70AF2023A212}" destId="{E07897DA-7C84-47CA-8F38-978894EE013D}" srcOrd="3" destOrd="0" parTransId="{BE79A9E2-D5E2-4699-8F10-7032FDAD9234}" sibTransId="{03406B5F-6128-4D70-809C-77B7D1429CAD}"/>
    <dgm:cxn modelId="{39676EB0-C11C-4014-A441-4DE062D85DC9}" type="presOf" srcId="{E07897DA-7C84-47CA-8F38-978894EE013D}" destId="{894A21F4-FDDC-45FA-A994-9CB8BA8E1C50}" srcOrd="0" destOrd="3" presId="urn:microsoft.com/office/officeart/2005/8/layout/vList5"/>
    <dgm:cxn modelId="{FF5BD2B2-66FA-4D4A-A4B5-2DCF05D15478}" srcId="{8FD1DEB9-B788-4C74-8884-B4AF3FE7A8AA}" destId="{77BD06A6-7B70-41B1-86F1-7A3603E1C0FE}" srcOrd="3" destOrd="0" parTransId="{F29F0D03-0E7D-4AD7-BA12-B60C64946C08}" sibTransId="{33C2A1E0-0E0B-4453-AB34-29D7C52FA127}"/>
    <dgm:cxn modelId="{D253CBB3-FD4D-46E7-9E97-014381BF5D59}" srcId="{F916F118-439F-4863-8E60-70AF2023A212}" destId="{9AC7ED63-E0E3-4873-8C59-4640683B4548}" srcOrd="1" destOrd="0" parTransId="{BB6CC24A-1E4F-4C6E-BE64-BD02A69F2314}" sibTransId="{4660F614-DDBC-4C58-BC4C-4800082FCCFC}"/>
    <dgm:cxn modelId="{323B09C7-A90D-4A0A-995A-7B770F28D9C1}" type="presOf" srcId="{FA1B2DA8-2C61-4759-AC4B-2DB468887F9B}" destId="{894A21F4-FDDC-45FA-A994-9CB8BA8E1C50}" srcOrd="0" destOrd="0" presId="urn:microsoft.com/office/officeart/2005/8/layout/vList5"/>
    <dgm:cxn modelId="{915F21CB-4654-426C-9F15-5E79590BF675}" srcId="{8FD1DEB9-B788-4C74-8884-B4AF3FE7A8AA}" destId="{7350C62F-BB41-4B78-8223-31CE9471FE28}" srcOrd="0" destOrd="0" parTransId="{1BAA016F-AE6D-4A82-AF85-C4D214228E0C}" sibTransId="{2F34A6D7-8455-43F0-B764-699FB59EE453}"/>
    <dgm:cxn modelId="{08A68ECE-AAE0-4C83-9B5D-A64717EA5C44}" srcId="{8FD1DEB9-B788-4C74-8884-B4AF3FE7A8AA}" destId="{CD64CAC3-D778-4FAC-9995-F9B22B445F88}" srcOrd="2" destOrd="0" parTransId="{BF76F907-BDA1-48CC-BA0E-444293067480}" sibTransId="{A7595E6C-535B-48AC-BB02-3C020AFA6C40}"/>
    <dgm:cxn modelId="{4A22C8D3-C573-43B4-B0CE-9F4ABEAD4FA5}" type="presOf" srcId="{7ED4E355-E2DA-442A-AABE-E1C8EE3E370F}" destId="{55CCB104-E8B7-44FE-9C69-742855D86897}" srcOrd="0" destOrd="0" presId="urn:microsoft.com/office/officeart/2005/8/layout/vList5"/>
    <dgm:cxn modelId="{C7DD4FD5-8F57-43E5-B5CE-DDCCBF1D6166}" srcId="{7ED4E355-E2DA-442A-AABE-E1C8EE3E370F}" destId="{53637F5F-3F49-40B7-81FC-E27B4A44E9A4}" srcOrd="1" destOrd="0" parTransId="{2A16547E-4494-47DC-8D1E-1275D94A00C5}" sibTransId="{F72EDD8E-0E43-4201-B5C1-E67B55FE7F9B}"/>
    <dgm:cxn modelId="{8200BBD6-6D32-453C-B3D7-5AB67184A31E}" srcId="{56AB8924-EE9F-44A3-8384-8BA27483E7FF}" destId="{ABE31D93-9BA9-4270-B878-FA96CDE87B70}" srcOrd="1" destOrd="0" parTransId="{DE98CBBE-45AD-4BA4-A86F-A04C71E352D8}" sibTransId="{1BF6B890-6601-434A-9C7F-883821F8C2C9}"/>
    <dgm:cxn modelId="{58D4BBEB-368D-4AF2-95EA-F5CE5DD4C69A}" srcId="{7ED4E355-E2DA-442A-AABE-E1C8EE3E370F}" destId="{56AB8924-EE9F-44A3-8384-8BA27483E7FF}" srcOrd="3" destOrd="0" parTransId="{8868AEF7-7635-4375-A6E4-6A576D41330D}" sibTransId="{1A4E2EE4-B301-4FB2-AEF0-9071BAAEF80B}"/>
    <dgm:cxn modelId="{A8E8B8ED-7EF0-489C-A274-13E20945AAB5}" type="presOf" srcId="{ABE31D93-9BA9-4270-B878-FA96CDE87B70}" destId="{4ECCF56F-3F24-4426-9B72-3AC023CB33AE}" srcOrd="0" destOrd="1" presId="urn:microsoft.com/office/officeart/2005/8/layout/vList5"/>
    <dgm:cxn modelId="{07F7CFEF-B04C-429C-A0DD-CFD2A618682F}" type="presOf" srcId="{95574A67-9197-4269-A374-36DFB7FFA309}" destId="{4ECCF56F-3F24-4426-9B72-3AC023CB33AE}" srcOrd="0" destOrd="0" presId="urn:microsoft.com/office/officeart/2005/8/layout/vList5"/>
    <dgm:cxn modelId="{A322350F-C4AB-4FE9-96E5-E71CFBB87B19}" type="presParOf" srcId="{55CCB104-E8B7-44FE-9C69-742855D86897}" destId="{E407F45A-17BF-4CD8-8334-BE96F18319FA}" srcOrd="0" destOrd="0" presId="urn:microsoft.com/office/officeart/2005/8/layout/vList5"/>
    <dgm:cxn modelId="{29E7C1EC-B20B-4803-B477-9170C6F82ED5}" type="presParOf" srcId="{E407F45A-17BF-4CD8-8334-BE96F18319FA}" destId="{DD5423C7-C3DD-439B-AB55-5821E0DBDC63}" srcOrd="0" destOrd="0" presId="urn:microsoft.com/office/officeart/2005/8/layout/vList5"/>
    <dgm:cxn modelId="{F2C751DB-7B7F-423C-AEA2-1E1BEAE7A644}" type="presParOf" srcId="{E407F45A-17BF-4CD8-8334-BE96F18319FA}" destId="{237BC43E-3B5E-4FE7-92B4-95E338CDD931}" srcOrd="1" destOrd="0" presId="urn:microsoft.com/office/officeart/2005/8/layout/vList5"/>
    <dgm:cxn modelId="{3DF682C8-86AF-4ED4-B388-2265503160E0}" type="presParOf" srcId="{55CCB104-E8B7-44FE-9C69-742855D86897}" destId="{3DDC0BAA-8E05-4400-A035-84C5294908F8}" srcOrd="1" destOrd="0" presId="urn:microsoft.com/office/officeart/2005/8/layout/vList5"/>
    <dgm:cxn modelId="{2671D0EE-CD89-4C9D-B028-8464C9522A1A}" type="presParOf" srcId="{55CCB104-E8B7-44FE-9C69-742855D86897}" destId="{0538CA0C-9A69-4561-99A1-288E810670A5}" srcOrd="2" destOrd="0" presId="urn:microsoft.com/office/officeart/2005/8/layout/vList5"/>
    <dgm:cxn modelId="{7C506642-A8BA-40F7-9119-25B980453F65}" type="presParOf" srcId="{0538CA0C-9A69-4561-99A1-288E810670A5}" destId="{EBBFF934-D19B-4D7C-97F3-7F3E0037BD8E}" srcOrd="0" destOrd="0" presId="urn:microsoft.com/office/officeart/2005/8/layout/vList5"/>
    <dgm:cxn modelId="{FC977D31-589F-41C7-B627-CDBB919E2E87}" type="presParOf" srcId="{0538CA0C-9A69-4561-99A1-288E810670A5}" destId="{A6F846D4-7668-4844-9D66-6A088AD9E8BF}" srcOrd="1" destOrd="0" presId="urn:microsoft.com/office/officeart/2005/8/layout/vList5"/>
    <dgm:cxn modelId="{E2E870FC-6C3C-449B-AA70-73E1F1174AE1}" type="presParOf" srcId="{55CCB104-E8B7-44FE-9C69-742855D86897}" destId="{22BD236D-F75F-4442-9946-57BC2EE42B83}" srcOrd="3" destOrd="0" presId="urn:microsoft.com/office/officeart/2005/8/layout/vList5"/>
    <dgm:cxn modelId="{212762AD-0ECD-4A87-9377-EE2401B9E7A2}" type="presParOf" srcId="{55CCB104-E8B7-44FE-9C69-742855D86897}" destId="{41CA1FCD-41BB-4889-81D0-ECF8498C37C8}" srcOrd="4" destOrd="0" presId="urn:microsoft.com/office/officeart/2005/8/layout/vList5"/>
    <dgm:cxn modelId="{D6BD5C85-8EDA-4F43-BCFB-4A222DBDEB68}" type="presParOf" srcId="{41CA1FCD-41BB-4889-81D0-ECF8498C37C8}" destId="{D8C07A8B-DE6D-4E06-A115-B246A936B49A}" srcOrd="0" destOrd="0" presId="urn:microsoft.com/office/officeart/2005/8/layout/vList5"/>
    <dgm:cxn modelId="{BEABC85A-EF34-45CF-AE95-EC5A6B4C6600}" type="presParOf" srcId="{41CA1FCD-41BB-4889-81D0-ECF8498C37C8}" destId="{799CFEBE-4EFF-4954-B47E-E75A6D649A1F}" srcOrd="1" destOrd="0" presId="urn:microsoft.com/office/officeart/2005/8/layout/vList5"/>
    <dgm:cxn modelId="{289F9710-1FCF-4EAD-A1C0-9A395637EFF9}" type="presParOf" srcId="{55CCB104-E8B7-44FE-9C69-742855D86897}" destId="{C4B3578A-85A7-465A-A6BF-B3DB1D61C7C1}" srcOrd="5" destOrd="0" presId="urn:microsoft.com/office/officeart/2005/8/layout/vList5"/>
    <dgm:cxn modelId="{C2FDB956-AC20-4657-A8E4-88BE7AC01C1D}" type="presParOf" srcId="{55CCB104-E8B7-44FE-9C69-742855D86897}" destId="{6DD096CD-C2D4-4BDE-BC99-9F7525B96C52}" srcOrd="6" destOrd="0" presId="urn:microsoft.com/office/officeart/2005/8/layout/vList5"/>
    <dgm:cxn modelId="{8D14E5C4-3BFA-49AA-A0AC-3AE99A87D600}" type="presParOf" srcId="{6DD096CD-C2D4-4BDE-BC99-9F7525B96C52}" destId="{10428379-A5BB-44A8-8A18-F68E737EF504}" srcOrd="0" destOrd="0" presId="urn:microsoft.com/office/officeart/2005/8/layout/vList5"/>
    <dgm:cxn modelId="{286B523E-B27D-4CD7-996F-883947B15664}" type="presParOf" srcId="{6DD096CD-C2D4-4BDE-BC99-9F7525B96C52}" destId="{4ECCF56F-3F24-4426-9B72-3AC023CB33AE}" srcOrd="1" destOrd="0" presId="urn:microsoft.com/office/officeart/2005/8/layout/vList5"/>
    <dgm:cxn modelId="{960C93A9-9C59-4E62-B837-CEFA80A7BEFA}" type="presParOf" srcId="{55CCB104-E8B7-44FE-9C69-742855D86897}" destId="{9869F6E6-C15F-4969-A67D-B9F32C2BF31D}" srcOrd="7" destOrd="0" presId="urn:microsoft.com/office/officeart/2005/8/layout/vList5"/>
    <dgm:cxn modelId="{1AEEE8BD-FE6F-45F8-B096-FFB6AC2F5207}" type="presParOf" srcId="{55CCB104-E8B7-44FE-9C69-742855D86897}" destId="{CC09039C-B026-499B-B2CF-FE79EC06D85D}" srcOrd="8" destOrd="0" presId="urn:microsoft.com/office/officeart/2005/8/layout/vList5"/>
    <dgm:cxn modelId="{82DE9E8D-A7A3-4E33-B08E-201B9A6BB4FD}" type="presParOf" srcId="{CC09039C-B026-499B-B2CF-FE79EC06D85D}" destId="{4A797210-092E-4FFE-BA62-809D4DA758F1}" srcOrd="0" destOrd="0" presId="urn:microsoft.com/office/officeart/2005/8/layout/vList5"/>
    <dgm:cxn modelId="{A5286B07-C236-41F1-B272-798101A0E233}" type="presParOf" srcId="{CC09039C-B026-499B-B2CF-FE79EC06D85D}" destId="{894A21F4-FDDC-45FA-A994-9CB8BA8E1C50}"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D4E355-E2DA-442A-AABE-E1C8EE3E370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CEA7B01B-28FC-4ED3-B7BA-E09F6852779C}">
      <dgm:prSet custT="1"/>
      <dgm:spPr>
        <a:solidFill>
          <a:schemeClr val="accent6"/>
        </a:solidFill>
      </dgm:spPr>
      <dgm:t>
        <a:bodyPr/>
        <a:lstStyle/>
        <a:p>
          <a:r>
            <a:rPr lang="en-US" sz="2400" b="1" dirty="0"/>
            <a:t>Problem statement</a:t>
          </a:r>
          <a:endParaRPr lang="en-US" sz="2400" dirty="0"/>
        </a:p>
      </dgm:t>
    </dgm:pt>
    <dgm:pt modelId="{D5C0B0AD-128E-43C3-A6AB-F2A7A7E80A0B}" type="parTrans" cxnId="{4CB3DE66-3021-4CB7-8900-8422DB14FC11}">
      <dgm:prSet/>
      <dgm:spPr/>
      <dgm:t>
        <a:bodyPr/>
        <a:lstStyle/>
        <a:p>
          <a:endParaRPr lang="en-US"/>
        </a:p>
      </dgm:t>
    </dgm:pt>
    <dgm:pt modelId="{C43B34E4-84D7-4242-9F51-CDA44D5760E4}" type="sibTrans" cxnId="{4CB3DE66-3021-4CB7-8900-8422DB14FC11}">
      <dgm:prSet/>
      <dgm:spPr/>
      <dgm:t>
        <a:bodyPr/>
        <a:lstStyle/>
        <a:p>
          <a:endParaRPr lang="en-US"/>
        </a:p>
      </dgm:t>
    </dgm:pt>
    <dgm:pt modelId="{53637F5F-3F49-40B7-81FC-E27B4A44E9A4}">
      <dgm:prSet custT="1"/>
      <dgm:spPr>
        <a:solidFill>
          <a:schemeClr val="accent6"/>
        </a:solidFill>
      </dgm:spPr>
      <dgm:t>
        <a:bodyPr/>
        <a:lstStyle/>
        <a:p>
          <a:r>
            <a:rPr lang="en-US" sz="2400" b="1" dirty="0"/>
            <a:t>Dataset</a:t>
          </a:r>
        </a:p>
      </dgm:t>
    </dgm:pt>
    <dgm:pt modelId="{2A16547E-4494-47DC-8D1E-1275D94A00C5}" type="parTrans" cxnId="{C7DD4FD5-8F57-43E5-B5CE-DDCCBF1D6166}">
      <dgm:prSet/>
      <dgm:spPr/>
      <dgm:t>
        <a:bodyPr/>
        <a:lstStyle/>
        <a:p>
          <a:endParaRPr lang="en-US"/>
        </a:p>
      </dgm:t>
    </dgm:pt>
    <dgm:pt modelId="{F72EDD8E-0E43-4201-B5C1-E67B55FE7F9B}" type="sibTrans" cxnId="{C7DD4FD5-8F57-43E5-B5CE-DDCCBF1D6166}">
      <dgm:prSet/>
      <dgm:spPr/>
      <dgm:t>
        <a:bodyPr/>
        <a:lstStyle/>
        <a:p>
          <a:endParaRPr lang="en-US"/>
        </a:p>
      </dgm:t>
    </dgm:pt>
    <dgm:pt modelId="{8FD1DEB9-B788-4C74-8884-B4AF3FE7A8AA}">
      <dgm:prSet custT="1"/>
      <dgm:spPr>
        <a:solidFill>
          <a:schemeClr val="accent6"/>
        </a:solidFill>
      </dgm:spPr>
      <dgm:t>
        <a:bodyPr/>
        <a:lstStyle/>
        <a:p>
          <a:r>
            <a:rPr lang="en-US" sz="2400" b="1" dirty="0"/>
            <a:t>Technologies</a:t>
          </a:r>
        </a:p>
      </dgm:t>
    </dgm:pt>
    <dgm:pt modelId="{92396FB7-71F6-4194-9E0E-7C4709100CAD}" type="parTrans" cxnId="{946D4A27-8D7A-47AE-8905-F7DB5EB6BEE8}">
      <dgm:prSet/>
      <dgm:spPr/>
      <dgm:t>
        <a:bodyPr/>
        <a:lstStyle/>
        <a:p>
          <a:endParaRPr lang="en-US"/>
        </a:p>
      </dgm:t>
    </dgm:pt>
    <dgm:pt modelId="{0CCECDE4-90EB-4413-A4A9-57988B2B6D81}" type="sibTrans" cxnId="{946D4A27-8D7A-47AE-8905-F7DB5EB6BEE8}">
      <dgm:prSet/>
      <dgm:spPr/>
      <dgm:t>
        <a:bodyPr/>
        <a:lstStyle/>
        <a:p>
          <a:endParaRPr lang="en-US"/>
        </a:p>
      </dgm:t>
    </dgm:pt>
    <dgm:pt modelId="{56AB8924-EE9F-44A3-8384-8BA27483E7FF}">
      <dgm:prSet custT="1"/>
      <dgm:spPr>
        <a:solidFill>
          <a:schemeClr val="accent6"/>
        </a:solidFill>
      </dgm:spPr>
      <dgm:t>
        <a:bodyPr/>
        <a:lstStyle/>
        <a:p>
          <a:r>
            <a:rPr lang="en-US" sz="2400" b="1" dirty="0"/>
            <a:t>Performance</a:t>
          </a:r>
        </a:p>
      </dgm:t>
    </dgm:pt>
    <dgm:pt modelId="{8868AEF7-7635-4375-A6E4-6A576D41330D}" type="parTrans" cxnId="{58D4BBEB-368D-4AF2-95EA-F5CE5DD4C69A}">
      <dgm:prSet/>
      <dgm:spPr/>
      <dgm:t>
        <a:bodyPr/>
        <a:lstStyle/>
        <a:p>
          <a:endParaRPr lang="en-US"/>
        </a:p>
      </dgm:t>
    </dgm:pt>
    <dgm:pt modelId="{1A4E2EE4-B301-4FB2-AEF0-9071BAAEF80B}" type="sibTrans" cxnId="{58D4BBEB-368D-4AF2-95EA-F5CE5DD4C69A}">
      <dgm:prSet/>
      <dgm:spPr/>
      <dgm:t>
        <a:bodyPr/>
        <a:lstStyle/>
        <a:p>
          <a:endParaRPr lang="en-US"/>
        </a:p>
      </dgm:t>
    </dgm:pt>
    <dgm:pt modelId="{F916F118-439F-4863-8E60-70AF2023A212}">
      <dgm:prSet custT="1"/>
      <dgm:spPr>
        <a:solidFill>
          <a:schemeClr val="accent6"/>
        </a:solidFill>
      </dgm:spPr>
      <dgm:t>
        <a:bodyPr/>
        <a:lstStyle/>
        <a:p>
          <a:r>
            <a:rPr lang="en-US" sz="2400" b="1" dirty="0"/>
            <a:t>Literature review</a:t>
          </a:r>
        </a:p>
      </dgm:t>
    </dgm:pt>
    <dgm:pt modelId="{F99E533A-8C17-481B-ABC0-F3409BF606E2}" type="parTrans" cxnId="{996A4916-EF13-40DB-A238-9D066CEEE1E5}">
      <dgm:prSet/>
      <dgm:spPr/>
      <dgm:t>
        <a:bodyPr/>
        <a:lstStyle/>
        <a:p>
          <a:endParaRPr lang="en-US"/>
        </a:p>
      </dgm:t>
    </dgm:pt>
    <dgm:pt modelId="{24711056-7421-404D-8C68-2E31F14CEBB4}" type="sibTrans" cxnId="{996A4916-EF13-40DB-A238-9D066CEEE1E5}">
      <dgm:prSet/>
      <dgm:spPr/>
      <dgm:t>
        <a:bodyPr/>
        <a:lstStyle/>
        <a:p>
          <a:endParaRPr lang="en-US"/>
        </a:p>
      </dgm:t>
    </dgm:pt>
    <dgm:pt modelId="{FA1B2DA8-2C61-4759-AC4B-2DB468887F9B}">
      <dgm:prSet custT="1"/>
      <dgm:spPr>
        <a:solidFill>
          <a:schemeClr val="accent6">
            <a:lumMod val="40000"/>
            <a:lumOff val="60000"/>
            <a:alpha val="90000"/>
          </a:schemeClr>
        </a:solidFill>
      </dgm:spPr>
      <dgm:t>
        <a:bodyPr/>
        <a:lstStyle/>
        <a:p>
          <a:pPr>
            <a:buFont typeface="Wingdings" panose="05000000000000000000" pitchFamily="2" charset="2"/>
            <a:buChar char="v"/>
          </a:pPr>
          <a:r>
            <a:rPr lang="en-US" sz="1000" dirty="0"/>
            <a:t>https://www.researchgate.net/publication/373097248_Natural_Language_Processing_for_Clinical_Decision_Support_Systems_A_Review_of_Recent_Advances_in_Healthcare_</a:t>
          </a:r>
        </a:p>
      </dgm:t>
    </dgm:pt>
    <dgm:pt modelId="{E17E5F7C-33E4-49A4-897F-D4F51C03414F}" type="parTrans" cxnId="{7CA56B68-B609-46D3-BDAE-65DD8A5A0E5B}">
      <dgm:prSet/>
      <dgm:spPr/>
      <dgm:t>
        <a:bodyPr/>
        <a:lstStyle/>
        <a:p>
          <a:endParaRPr lang="en-US"/>
        </a:p>
      </dgm:t>
    </dgm:pt>
    <dgm:pt modelId="{71F0BB2D-4474-4EA8-82F8-96216956F508}" type="sibTrans" cxnId="{7CA56B68-B609-46D3-BDAE-65DD8A5A0E5B}">
      <dgm:prSet/>
      <dgm:spPr/>
      <dgm:t>
        <a:bodyPr/>
        <a:lstStyle/>
        <a:p>
          <a:endParaRPr lang="en-US"/>
        </a:p>
      </dgm:t>
    </dgm:pt>
    <dgm:pt modelId="{2052540E-B5EB-4998-8493-1F9240754F05}">
      <dgm:prSet custT="1"/>
      <dgm:spPr>
        <a:solidFill>
          <a:schemeClr val="accent6">
            <a:lumMod val="40000"/>
            <a:lumOff val="60000"/>
            <a:alpha val="90000"/>
          </a:schemeClr>
        </a:solidFill>
      </dgm:spPr>
      <dgm:t>
        <a:bodyPr/>
        <a:lstStyle/>
        <a:p>
          <a:pPr>
            <a:buFont typeface="Wingdings" panose="05000000000000000000" pitchFamily="2" charset="2"/>
            <a:buChar char="Ø"/>
          </a:pPr>
          <a:r>
            <a:rPr lang="en-US" sz="1000" b="1" dirty="0"/>
            <a:t>Clinical NLP for Decision Support</a:t>
          </a:r>
          <a:r>
            <a:rPr lang="en-US" sz="1000" dirty="0"/>
            <a:t>: Extracting Intelligence from Electronic Health Records</a:t>
          </a:r>
        </a:p>
      </dgm:t>
    </dgm:pt>
    <dgm:pt modelId="{B31FD803-CB23-40CE-9790-0D6170D99437}" type="parTrans" cxnId="{0AF26025-1E54-4BAF-9FCA-5CAB86A663D7}">
      <dgm:prSet/>
      <dgm:spPr/>
      <dgm:t>
        <a:bodyPr/>
        <a:lstStyle/>
        <a:p>
          <a:endParaRPr lang="en-US"/>
        </a:p>
      </dgm:t>
    </dgm:pt>
    <dgm:pt modelId="{0D77ED7E-E56F-427F-917C-420F77B6A796}" type="sibTrans" cxnId="{0AF26025-1E54-4BAF-9FCA-5CAB86A663D7}">
      <dgm:prSet/>
      <dgm:spPr/>
      <dgm:t>
        <a:bodyPr/>
        <a:lstStyle/>
        <a:p>
          <a:endParaRPr lang="en-US"/>
        </a:p>
      </dgm:t>
    </dgm:pt>
    <dgm:pt modelId="{4995090D-A377-4E2B-A560-FF0DF6CBBB4B}">
      <dgm:prSet custT="1"/>
      <dgm:spPr>
        <a:solidFill>
          <a:schemeClr val="accent6">
            <a:lumMod val="40000"/>
            <a:lumOff val="60000"/>
            <a:alpha val="90000"/>
          </a:schemeClr>
        </a:solidFill>
      </dgm:spPr>
      <dgm:t>
        <a:bodyPr/>
        <a:lstStyle/>
        <a:p>
          <a:pPr algn="l">
            <a:buFont typeface="Wingdings" panose="05000000000000000000" pitchFamily="2" charset="2"/>
            <a:buChar char="q"/>
          </a:pPr>
          <a:r>
            <a:rPr lang="en-US" sz="1000" b="1" dirty="0"/>
            <a:t>MIMIC-III / MIMIC-IV</a:t>
          </a:r>
          <a:r>
            <a:rPr lang="en-US" sz="1000" dirty="0"/>
            <a:t> – ICU EHR data (apply for credentialed access):</a:t>
          </a:r>
          <a:br>
            <a:rPr lang="en-US" sz="1000" dirty="0"/>
          </a:br>
          <a:r>
            <a:rPr lang="en-US" sz="1000" dirty="0">
              <a:hlinkClick xmlns:r="http://schemas.openxmlformats.org/officeDocument/2006/relationships" r:id="rId1"/>
            </a:rPr>
            <a:t>https://physionet.org/</a:t>
          </a:r>
          <a:endParaRPr lang="en-US" sz="1000" b="0" dirty="0"/>
        </a:p>
      </dgm:t>
    </dgm:pt>
    <dgm:pt modelId="{0A3A4369-E694-4BC2-833C-5572A284C3C4}" type="parTrans" cxnId="{4E89435C-24B4-459D-8255-2ED146E1804C}">
      <dgm:prSet/>
      <dgm:spPr/>
      <dgm:t>
        <a:bodyPr/>
        <a:lstStyle/>
        <a:p>
          <a:endParaRPr lang="en-US"/>
        </a:p>
      </dgm:t>
    </dgm:pt>
    <dgm:pt modelId="{9F509C6B-9782-4E5C-8C33-EFB86697A2CD}" type="sibTrans" cxnId="{4E89435C-24B4-459D-8255-2ED146E1804C}">
      <dgm:prSet/>
      <dgm:spPr/>
      <dgm:t>
        <a:bodyPr/>
        <a:lstStyle/>
        <a:p>
          <a:endParaRPr lang="en-US"/>
        </a:p>
      </dgm:t>
    </dgm:pt>
    <dgm:pt modelId="{F4FF02F4-0FC9-4085-A803-D31115CA6497}">
      <dgm:prSet custT="1"/>
      <dgm:spPr>
        <a:solidFill>
          <a:schemeClr val="accent6">
            <a:lumMod val="40000"/>
            <a:lumOff val="60000"/>
            <a:alpha val="90000"/>
          </a:schemeClr>
        </a:solidFill>
      </dgm:spPr>
      <dgm:t>
        <a:bodyPr/>
        <a:lstStyle/>
        <a:p>
          <a:pPr>
            <a:buFont typeface="Wingdings" panose="05000000000000000000" pitchFamily="2" charset="2"/>
            <a:buChar char="v"/>
          </a:pPr>
          <a:r>
            <a:rPr lang="en-US" sz="1000" dirty="0"/>
            <a:t>https://pmc.ncbi.nlm.nih.gov/articles/PMC11474138/</a:t>
          </a:r>
        </a:p>
      </dgm:t>
    </dgm:pt>
    <dgm:pt modelId="{8457088F-4EBC-4FA3-990A-F6611ACD56E6}" type="parTrans" cxnId="{95FDD6FC-6281-4027-8087-9C241D805FC4}">
      <dgm:prSet/>
      <dgm:spPr/>
      <dgm:t>
        <a:bodyPr/>
        <a:lstStyle/>
        <a:p>
          <a:endParaRPr lang="en-US"/>
        </a:p>
      </dgm:t>
    </dgm:pt>
    <dgm:pt modelId="{D1B842C9-AE3E-44C2-A879-C9622D2676B7}" type="sibTrans" cxnId="{95FDD6FC-6281-4027-8087-9C241D805FC4}">
      <dgm:prSet/>
      <dgm:spPr/>
      <dgm:t>
        <a:bodyPr/>
        <a:lstStyle/>
        <a:p>
          <a:endParaRPr lang="en-US"/>
        </a:p>
      </dgm:t>
    </dgm:pt>
    <dgm:pt modelId="{7350C62F-BB41-4B78-8223-31CE9471FE28}">
      <dgm:prSet custT="1"/>
      <dgm:spPr>
        <a:solidFill>
          <a:schemeClr val="accent6">
            <a:lumMod val="40000"/>
            <a:lumOff val="60000"/>
            <a:alpha val="90000"/>
          </a:schemeClr>
        </a:solidFill>
      </dgm:spPr>
      <dgm:t>
        <a:bodyPr/>
        <a:lstStyle/>
        <a:p>
          <a:pPr algn="l">
            <a:buFont typeface="Wingdings" panose="05000000000000000000" pitchFamily="2" charset="2"/>
            <a:buChar char="ü"/>
          </a:pPr>
          <a:r>
            <a:rPr lang="en-US" sz="1000" b="1" dirty="0"/>
            <a:t>Deep Learning</a:t>
          </a:r>
          <a:r>
            <a:rPr lang="en-US" sz="1000" dirty="0"/>
            <a:t>: CNNs, RNNs, Transformers</a:t>
          </a:r>
        </a:p>
      </dgm:t>
    </dgm:pt>
    <dgm:pt modelId="{1BAA016F-AE6D-4A82-AF85-C4D214228E0C}" type="parTrans" cxnId="{915F21CB-4654-426C-9F15-5E79590BF675}">
      <dgm:prSet/>
      <dgm:spPr/>
      <dgm:t>
        <a:bodyPr/>
        <a:lstStyle/>
        <a:p>
          <a:endParaRPr lang="en-US"/>
        </a:p>
      </dgm:t>
    </dgm:pt>
    <dgm:pt modelId="{2F34A6D7-8455-43F0-B764-699FB59EE453}" type="sibTrans" cxnId="{915F21CB-4654-426C-9F15-5E79590BF675}">
      <dgm:prSet/>
      <dgm:spPr/>
      <dgm:t>
        <a:bodyPr/>
        <a:lstStyle/>
        <a:p>
          <a:endParaRPr lang="en-US"/>
        </a:p>
      </dgm:t>
    </dgm:pt>
    <dgm:pt modelId="{95574A67-9197-4269-A374-36DFB7FFA309}">
      <dgm:prSet custT="1"/>
      <dgm:spPr>
        <a:solidFill>
          <a:schemeClr val="accent6">
            <a:lumMod val="40000"/>
            <a:lumOff val="60000"/>
            <a:alpha val="90000"/>
          </a:schemeClr>
        </a:solidFill>
      </dgm:spPr>
      <dgm:t>
        <a:bodyPr/>
        <a:lstStyle/>
        <a:p>
          <a:r>
            <a:rPr lang="en-US" sz="1000" dirty="0"/>
            <a:t>  Accuracy</a:t>
          </a:r>
          <a:endParaRPr lang="en-US" sz="3200" b="1" dirty="0"/>
        </a:p>
      </dgm:t>
    </dgm:pt>
    <dgm:pt modelId="{ACE21F46-82DE-4C5F-813F-A6D76779ADB9}" type="parTrans" cxnId="{3852BA18-5102-4DC7-B1A0-61E8031683CF}">
      <dgm:prSet/>
      <dgm:spPr/>
      <dgm:t>
        <a:bodyPr/>
        <a:lstStyle/>
        <a:p>
          <a:endParaRPr lang="en-US"/>
        </a:p>
      </dgm:t>
    </dgm:pt>
    <dgm:pt modelId="{70EE5B97-FBCC-4C34-8D99-3A5D1715525B}" type="sibTrans" cxnId="{3852BA18-5102-4DC7-B1A0-61E8031683CF}">
      <dgm:prSet/>
      <dgm:spPr/>
      <dgm:t>
        <a:bodyPr/>
        <a:lstStyle/>
        <a:p>
          <a:endParaRPr lang="en-US"/>
        </a:p>
      </dgm:t>
    </dgm:pt>
    <dgm:pt modelId="{223FB2D9-830E-4E54-AD64-14F3094ED9D2}">
      <dgm:prSet custT="1"/>
      <dgm:spPr>
        <a:solidFill>
          <a:schemeClr val="accent6">
            <a:lumMod val="40000"/>
            <a:lumOff val="60000"/>
            <a:alpha val="90000"/>
          </a:schemeClr>
        </a:solidFill>
      </dgm:spPr>
      <dgm:t>
        <a:bodyPr/>
        <a:lstStyle/>
        <a:p>
          <a:r>
            <a:rPr lang="en-US" sz="1000" dirty="0"/>
            <a:t>  AUC-ROC</a:t>
          </a:r>
        </a:p>
      </dgm:t>
    </dgm:pt>
    <dgm:pt modelId="{3F1CBF08-6522-4928-A6E7-63C6DD516665}" type="parTrans" cxnId="{66EA8180-89A7-4C44-BA78-6534EEB2615D}">
      <dgm:prSet/>
      <dgm:spPr/>
      <dgm:t>
        <a:bodyPr/>
        <a:lstStyle/>
        <a:p>
          <a:endParaRPr lang="en-US"/>
        </a:p>
      </dgm:t>
    </dgm:pt>
    <dgm:pt modelId="{4CE8EA37-9052-4D05-B5DA-034BE65878D8}" type="sibTrans" cxnId="{66EA8180-89A7-4C44-BA78-6534EEB2615D}">
      <dgm:prSet/>
      <dgm:spPr/>
      <dgm:t>
        <a:bodyPr/>
        <a:lstStyle/>
        <a:p>
          <a:endParaRPr lang="en-US"/>
        </a:p>
      </dgm:t>
    </dgm:pt>
    <dgm:pt modelId="{ED47BFFB-5598-4887-9EAD-45BBD2E9F80B}">
      <dgm:prSet custT="1"/>
      <dgm:spPr>
        <a:solidFill>
          <a:schemeClr val="accent6">
            <a:lumMod val="40000"/>
            <a:lumOff val="60000"/>
            <a:alpha val="90000"/>
          </a:schemeClr>
        </a:solidFill>
      </dgm:spPr>
      <dgm:t>
        <a:bodyPr/>
        <a:lstStyle/>
        <a:p>
          <a:r>
            <a:rPr lang="en-US" sz="1000" dirty="0"/>
            <a:t>  Precision</a:t>
          </a:r>
        </a:p>
      </dgm:t>
    </dgm:pt>
    <dgm:pt modelId="{49BA8BF0-571C-48DB-8979-2B2A88489EF8}" type="parTrans" cxnId="{89C6DD2F-F90D-4F1A-B97D-B1CD1DF36644}">
      <dgm:prSet/>
      <dgm:spPr/>
      <dgm:t>
        <a:bodyPr/>
        <a:lstStyle/>
        <a:p>
          <a:endParaRPr lang="en-US"/>
        </a:p>
      </dgm:t>
    </dgm:pt>
    <dgm:pt modelId="{24563576-B28A-40F8-85B1-F772758FF9EF}" type="sibTrans" cxnId="{89C6DD2F-F90D-4F1A-B97D-B1CD1DF36644}">
      <dgm:prSet/>
      <dgm:spPr/>
      <dgm:t>
        <a:bodyPr/>
        <a:lstStyle/>
        <a:p>
          <a:endParaRPr lang="en-US"/>
        </a:p>
      </dgm:t>
    </dgm:pt>
    <dgm:pt modelId="{B18EBBF3-D37D-4CF5-8DAC-65F805679491}">
      <dgm:prSet custT="1"/>
      <dgm:spPr>
        <a:solidFill>
          <a:schemeClr val="accent6">
            <a:lumMod val="40000"/>
            <a:lumOff val="60000"/>
            <a:alpha val="90000"/>
          </a:schemeClr>
        </a:solidFill>
      </dgm:spPr>
      <dgm:t>
        <a:bodyPr/>
        <a:lstStyle/>
        <a:p>
          <a:r>
            <a:rPr lang="en-US" sz="1000" dirty="0"/>
            <a:t>  Recall/F1 Score</a:t>
          </a:r>
        </a:p>
      </dgm:t>
    </dgm:pt>
    <dgm:pt modelId="{89D62321-96C2-4BC8-A011-3886D83465F7}" type="parTrans" cxnId="{CA8F1137-381D-4530-A893-FB4529084035}">
      <dgm:prSet/>
      <dgm:spPr/>
      <dgm:t>
        <a:bodyPr/>
        <a:lstStyle/>
        <a:p>
          <a:endParaRPr lang="en-US"/>
        </a:p>
      </dgm:t>
    </dgm:pt>
    <dgm:pt modelId="{95EAF447-E363-4522-A134-913114AE4804}" type="sibTrans" cxnId="{CA8F1137-381D-4530-A893-FB4529084035}">
      <dgm:prSet/>
      <dgm:spPr/>
      <dgm:t>
        <a:bodyPr/>
        <a:lstStyle/>
        <a:p>
          <a:endParaRPr lang="en-US"/>
        </a:p>
      </dgm:t>
    </dgm:pt>
    <dgm:pt modelId="{4F245271-461B-4229-8A24-4164B6FA6705}">
      <dgm:prSet custT="1"/>
      <dgm:spPr/>
      <dgm:t>
        <a:bodyPr/>
        <a:lstStyle/>
        <a:p>
          <a:pPr algn="l">
            <a:buFont typeface="Wingdings" panose="05000000000000000000" pitchFamily="2" charset="2"/>
            <a:buChar char="q"/>
          </a:pPr>
          <a:r>
            <a:rPr lang="en-US" sz="1000" b="1" dirty="0"/>
            <a:t>i2b2 NLP Challenge Datasets</a:t>
          </a:r>
          <a:r>
            <a:rPr lang="en-US" sz="1000" dirty="0"/>
            <a:t> – Annotated for tasks like NER, relation extraction:</a:t>
          </a:r>
          <a:br>
            <a:rPr lang="en-US" sz="1000" dirty="0"/>
          </a:br>
          <a:r>
            <a:rPr lang="en-US" sz="1000" dirty="0">
              <a:hlinkClick xmlns:r="http://schemas.openxmlformats.org/officeDocument/2006/relationships" r:id="rId2"/>
            </a:rPr>
            <a:t>https://portal.dbmi.hms.harvard.edu/projects/n2c2-nlp/</a:t>
          </a:r>
          <a:endParaRPr lang="en-US" sz="1000" dirty="0"/>
        </a:p>
      </dgm:t>
    </dgm:pt>
    <dgm:pt modelId="{2555D96F-C2AA-4EDA-BA35-BFE10474EC8F}" type="parTrans" cxnId="{54E09CC7-4B98-40F1-AF06-5BBDBC7F3D5E}">
      <dgm:prSet/>
      <dgm:spPr/>
      <dgm:t>
        <a:bodyPr/>
        <a:lstStyle/>
        <a:p>
          <a:endParaRPr lang="en-US"/>
        </a:p>
      </dgm:t>
    </dgm:pt>
    <dgm:pt modelId="{1E7A2D2D-0057-4431-B95B-A19CB7054F77}" type="sibTrans" cxnId="{54E09CC7-4B98-40F1-AF06-5BBDBC7F3D5E}">
      <dgm:prSet/>
      <dgm:spPr/>
      <dgm:t>
        <a:bodyPr/>
        <a:lstStyle/>
        <a:p>
          <a:endParaRPr lang="en-US"/>
        </a:p>
      </dgm:t>
    </dgm:pt>
    <dgm:pt modelId="{88758648-C04D-475E-BA44-1FC10AEFC747}">
      <dgm:prSet custT="1"/>
      <dgm:spPr/>
      <dgm:t>
        <a:bodyPr/>
        <a:lstStyle/>
        <a:p>
          <a:pPr algn="l">
            <a:buFont typeface="Wingdings" panose="05000000000000000000" pitchFamily="2" charset="2"/>
            <a:buChar char="q"/>
          </a:pPr>
          <a:r>
            <a:rPr lang="en-US" sz="1000" b="1" dirty="0"/>
            <a:t>n2c2 Shared Tasks</a:t>
          </a:r>
          <a:r>
            <a:rPr lang="en-US" sz="1000" dirty="0"/>
            <a:t> – Great for real clinical NLP use cases.</a:t>
          </a:r>
        </a:p>
      </dgm:t>
    </dgm:pt>
    <dgm:pt modelId="{0EBAD262-6DBE-4BC1-8A3E-2BBCEF22D05E}" type="parTrans" cxnId="{ABA7A124-4ACA-4143-8F4F-A845F5FFC1D2}">
      <dgm:prSet/>
      <dgm:spPr/>
      <dgm:t>
        <a:bodyPr/>
        <a:lstStyle/>
        <a:p>
          <a:endParaRPr lang="en-US"/>
        </a:p>
      </dgm:t>
    </dgm:pt>
    <dgm:pt modelId="{BB28C40A-62B0-4CBF-839F-6A6D090103F7}" type="sibTrans" cxnId="{ABA7A124-4ACA-4143-8F4F-A845F5FFC1D2}">
      <dgm:prSet/>
      <dgm:spPr/>
      <dgm:t>
        <a:bodyPr/>
        <a:lstStyle/>
        <a:p>
          <a:endParaRPr lang="en-US"/>
        </a:p>
      </dgm:t>
    </dgm:pt>
    <dgm:pt modelId="{6F2A194C-D23B-4FB5-9E5D-C56A21516764}">
      <dgm:prSet custT="1"/>
      <dgm:spPr/>
      <dgm:t>
        <a:bodyPr/>
        <a:lstStyle/>
        <a:p>
          <a:pPr algn="l">
            <a:buFont typeface="Wingdings" panose="05000000000000000000" pitchFamily="2" charset="2"/>
            <a:buChar char="ü"/>
          </a:pPr>
          <a:r>
            <a:rPr lang="en-US" sz="1000" b="1" dirty="0"/>
            <a:t>Explainable AI (XAI)</a:t>
          </a:r>
          <a:r>
            <a:rPr lang="en-US" sz="1000" dirty="0"/>
            <a:t>: SHAP, LIME</a:t>
          </a:r>
        </a:p>
      </dgm:t>
    </dgm:pt>
    <dgm:pt modelId="{B611DDB5-2D6B-4F8E-85F1-2BC2602C46D0}" type="parTrans" cxnId="{4167A23E-9385-4891-BA0D-76902F2B86FC}">
      <dgm:prSet/>
      <dgm:spPr/>
      <dgm:t>
        <a:bodyPr/>
        <a:lstStyle/>
        <a:p>
          <a:endParaRPr lang="en-US"/>
        </a:p>
      </dgm:t>
    </dgm:pt>
    <dgm:pt modelId="{FA57F0A9-77FA-452F-80F7-9C1EE0181E46}" type="sibTrans" cxnId="{4167A23E-9385-4891-BA0D-76902F2B86FC}">
      <dgm:prSet/>
      <dgm:spPr/>
      <dgm:t>
        <a:bodyPr/>
        <a:lstStyle/>
        <a:p>
          <a:endParaRPr lang="en-US"/>
        </a:p>
      </dgm:t>
    </dgm:pt>
    <dgm:pt modelId="{ECA3F442-E2B2-43AB-8266-FA0C11F528D6}">
      <dgm:prSet custT="1"/>
      <dgm:spPr/>
      <dgm:t>
        <a:bodyPr/>
        <a:lstStyle/>
        <a:p>
          <a:pPr algn="l">
            <a:buFont typeface="Wingdings" panose="05000000000000000000" pitchFamily="2" charset="2"/>
            <a:buChar char="ü"/>
          </a:pPr>
          <a:r>
            <a:rPr lang="nl-NL" sz="1000" b="1" dirty="0"/>
            <a:t>NLP Models</a:t>
          </a:r>
          <a:r>
            <a:rPr lang="nl-NL" sz="1000" dirty="0"/>
            <a:t>: BioBERT, ClinicalBERT, GPT-4</a:t>
          </a:r>
        </a:p>
      </dgm:t>
    </dgm:pt>
    <dgm:pt modelId="{F6001A9D-34BA-4CF9-BC4D-09E21043CECC}" type="parTrans" cxnId="{093DED6D-F5E0-4987-9F89-91AB3C3F8286}">
      <dgm:prSet/>
      <dgm:spPr/>
      <dgm:t>
        <a:bodyPr/>
        <a:lstStyle/>
        <a:p>
          <a:endParaRPr lang="en-US"/>
        </a:p>
      </dgm:t>
    </dgm:pt>
    <dgm:pt modelId="{61A1D73B-E69A-41E3-B0FD-3C433D195FE5}" type="sibTrans" cxnId="{093DED6D-F5E0-4987-9F89-91AB3C3F8286}">
      <dgm:prSet/>
      <dgm:spPr/>
      <dgm:t>
        <a:bodyPr/>
        <a:lstStyle/>
        <a:p>
          <a:endParaRPr lang="en-US"/>
        </a:p>
      </dgm:t>
    </dgm:pt>
    <dgm:pt modelId="{E21E31E8-C205-49E7-B596-4D0F1B362ECE}">
      <dgm:prSet custT="1"/>
      <dgm:spPr/>
      <dgm:t>
        <a:bodyPr/>
        <a:lstStyle/>
        <a:p>
          <a:pPr algn="l">
            <a:buFont typeface="Wingdings" panose="05000000000000000000" pitchFamily="2" charset="2"/>
            <a:buChar char="ü"/>
          </a:pPr>
          <a:r>
            <a:rPr lang="en-US" sz="1000" b="1" dirty="0"/>
            <a:t>Computer Vision</a:t>
          </a:r>
          <a:r>
            <a:rPr lang="en-US" sz="1000" dirty="0"/>
            <a:t>: OpenCV, </a:t>
          </a:r>
          <a:r>
            <a:rPr lang="en-US" sz="1000" dirty="0" err="1"/>
            <a:t>PyTorch</a:t>
          </a:r>
          <a:r>
            <a:rPr lang="en-US" sz="1000" dirty="0"/>
            <a:t>, TensorFlow</a:t>
          </a:r>
        </a:p>
      </dgm:t>
    </dgm:pt>
    <dgm:pt modelId="{4D12737F-C827-4483-AC75-99197D4FDA98}" type="parTrans" cxnId="{6016C18B-FDE3-4310-AEE3-0AEC713C65BF}">
      <dgm:prSet/>
      <dgm:spPr/>
      <dgm:t>
        <a:bodyPr/>
        <a:lstStyle/>
        <a:p>
          <a:endParaRPr lang="en-US"/>
        </a:p>
      </dgm:t>
    </dgm:pt>
    <dgm:pt modelId="{2F78DBCE-05EB-4071-AEC4-A911C64FA0A8}" type="sibTrans" cxnId="{6016C18B-FDE3-4310-AEE3-0AEC713C65BF}">
      <dgm:prSet/>
      <dgm:spPr/>
      <dgm:t>
        <a:bodyPr/>
        <a:lstStyle/>
        <a:p>
          <a:endParaRPr lang="en-US"/>
        </a:p>
      </dgm:t>
    </dgm:pt>
    <dgm:pt modelId="{D3052C66-3BD0-4F87-97D9-121A53FE2549}">
      <dgm:prSet custT="1"/>
      <dgm:spPr>
        <a:solidFill>
          <a:schemeClr val="accent6">
            <a:lumMod val="40000"/>
            <a:lumOff val="60000"/>
            <a:alpha val="90000"/>
          </a:schemeClr>
        </a:solidFill>
      </dgm:spPr>
      <dgm:t>
        <a:bodyPr/>
        <a:lstStyle/>
        <a:p>
          <a:pPr>
            <a:buFont typeface="Wingdings" panose="05000000000000000000" pitchFamily="2" charset="2"/>
            <a:buChar char="v"/>
          </a:pPr>
          <a:r>
            <a:rPr lang="en-US" sz="1000" dirty="0"/>
            <a:t>https://ieeexplore.ieee.org/document/7406286</a:t>
          </a:r>
        </a:p>
      </dgm:t>
    </dgm:pt>
    <dgm:pt modelId="{06C4149F-3739-48F5-8AF9-F56F3DE17CC0}" type="parTrans" cxnId="{1958853A-8B91-444E-8ACC-C49CBCC562E4}">
      <dgm:prSet/>
      <dgm:spPr/>
      <dgm:t>
        <a:bodyPr/>
        <a:lstStyle/>
        <a:p>
          <a:endParaRPr lang="en-US"/>
        </a:p>
      </dgm:t>
    </dgm:pt>
    <dgm:pt modelId="{4ADB4611-3EAE-4894-83D4-2328E2DF9E7E}" type="sibTrans" cxnId="{1958853A-8B91-444E-8ACC-C49CBCC562E4}">
      <dgm:prSet/>
      <dgm:spPr/>
      <dgm:t>
        <a:bodyPr/>
        <a:lstStyle/>
        <a:p>
          <a:endParaRPr lang="en-US"/>
        </a:p>
      </dgm:t>
    </dgm:pt>
    <dgm:pt modelId="{55F2C4B5-A050-48F0-BD3D-8FE87F385616}">
      <dgm:prSet custT="1"/>
      <dgm:spPr>
        <a:solidFill>
          <a:schemeClr val="accent6">
            <a:lumMod val="40000"/>
            <a:lumOff val="60000"/>
            <a:alpha val="90000"/>
          </a:schemeClr>
        </a:solidFill>
      </dgm:spPr>
      <dgm:t>
        <a:bodyPr/>
        <a:lstStyle/>
        <a:p>
          <a:pPr>
            <a:buFont typeface="Wingdings" panose="05000000000000000000" pitchFamily="2" charset="2"/>
            <a:buChar char="Ø"/>
          </a:pPr>
          <a:r>
            <a:rPr lang="en-US" sz="1000" dirty="0"/>
            <a:t>Classify clinical notes as positive and negative(presence and absence of the condition)</a:t>
          </a:r>
        </a:p>
      </dgm:t>
    </dgm:pt>
    <dgm:pt modelId="{24546093-BF58-4716-BE93-29110E30CEC8}" type="parTrans" cxnId="{1847C32C-9571-411F-81C1-9C801A48010A}">
      <dgm:prSet/>
      <dgm:spPr/>
      <dgm:t>
        <a:bodyPr/>
        <a:lstStyle/>
        <a:p>
          <a:endParaRPr lang="en-US"/>
        </a:p>
      </dgm:t>
    </dgm:pt>
    <dgm:pt modelId="{EB39BCC0-A02F-480F-BA3D-9808D76F73E0}" type="sibTrans" cxnId="{1847C32C-9571-411F-81C1-9C801A48010A}">
      <dgm:prSet/>
      <dgm:spPr/>
      <dgm:t>
        <a:bodyPr/>
        <a:lstStyle/>
        <a:p>
          <a:endParaRPr lang="en-US"/>
        </a:p>
      </dgm:t>
    </dgm:pt>
    <dgm:pt modelId="{55CCB104-E8B7-44FE-9C69-742855D86897}" type="pres">
      <dgm:prSet presAssocID="{7ED4E355-E2DA-442A-AABE-E1C8EE3E370F}" presName="Name0" presStyleCnt="0">
        <dgm:presLayoutVars>
          <dgm:dir/>
          <dgm:animLvl val="lvl"/>
          <dgm:resizeHandles val="exact"/>
        </dgm:presLayoutVars>
      </dgm:prSet>
      <dgm:spPr/>
    </dgm:pt>
    <dgm:pt modelId="{E407F45A-17BF-4CD8-8334-BE96F18319FA}" type="pres">
      <dgm:prSet presAssocID="{CEA7B01B-28FC-4ED3-B7BA-E09F6852779C}" presName="linNode" presStyleCnt="0"/>
      <dgm:spPr/>
    </dgm:pt>
    <dgm:pt modelId="{DD5423C7-C3DD-439B-AB55-5821E0DBDC63}" type="pres">
      <dgm:prSet presAssocID="{CEA7B01B-28FC-4ED3-B7BA-E09F6852779C}" presName="parentText" presStyleLbl="node1" presStyleIdx="0" presStyleCnt="5">
        <dgm:presLayoutVars>
          <dgm:chMax val="1"/>
          <dgm:bulletEnabled val="1"/>
        </dgm:presLayoutVars>
      </dgm:prSet>
      <dgm:spPr/>
    </dgm:pt>
    <dgm:pt modelId="{237BC43E-3B5E-4FE7-92B4-95E338CDD931}" type="pres">
      <dgm:prSet presAssocID="{CEA7B01B-28FC-4ED3-B7BA-E09F6852779C}" presName="descendantText" presStyleLbl="alignAccFollowNode1" presStyleIdx="0" presStyleCnt="5">
        <dgm:presLayoutVars>
          <dgm:bulletEnabled val="1"/>
        </dgm:presLayoutVars>
      </dgm:prSet>
      <dgm:spPr/>
    </dgm:pt>
    <dgm:pt modelId="{3DDC0BAA-8E05-4400-A035-84C5294908F8}" type="pres">
      <dgm:prSet presAssocID="{C43B34E4-84D7-4242-9F51-CDA44D5760E4}" presName="sp" presStyleCnt="0"/>
      <dgm:spPr/>
    </dgm:pt>
    <dgm:pt modelId="{0538CA0C-9A69-4561-99A1-288E810670A5}" type="pres">
      <dgm:prSet presAssocID="{53637F5F-3F49-40B7-81FC-E27B4A44E9A4}" presName="linNode" presStyleCnt="0"/>
      <dgm:spPr/>
    </dgm:pt>
    <dgm:pt modelId="{EBBFF934-D19B-4D7C-97F3-7F3E0037BD8E}" type="pres">
      <dgm:prSet presAssocID="{53637F5F-3F49-40B7-81FC-E27B4A44E9A4}" presName="parentText" presStyleLbl="node1" presStyleIdx="1" presStyleCnt="5">
        <dgm:presLayoutVars>
          <dgm:chMax val="1"/>
          <dgm:bulletEnabled val="1"/>
        </dgm:presLayoutVars>
      </dgm:prSet>
      <dgm:spPr/>
    </dgm:pt>
    <dgm:pt modelId="{A6F846D4-7668-4844-9D66-6A088AD9E8BF}" type="pres">
      <dgm:prSet presAssocID="{53637F5F-3F49-40B7-81FC-E27B4A44E9A4}" presName="descendantText" presStyleLbl="alignAccFollowNode1" presStyleIdx="1" presStyleCnt="5">
        <dgm:presLayoutVars>
          <dgm:bulletEnabled val="1"/>
        </dgm:presLayoutVars>
      </dgm:prSet>
      <dgm:spPr/>
    </dgm:pt>
    <dgm:pt modelId="{22BD236D-F75F-4442-9946-57BC2EE42B83}" type="pres">
      <dgm:prSet presAssocID="{F72EDD8E-0E43-4201-B5C1-E67B55FE7F9B}" presName="sp" presStyleCnt="0"/>
      <dgm:spPr/>
    </dgm:pt>
    <dgm:pt modelId="{41CA1FCD-41BB-4889-81D0-ECF8498C37C8}" type="pres">
      <dgm:prSet presAssocID="{8FD1DEB9-B788-4C74-8884-B4AF3FE7A8AA}" presName="linNode" presStyleCnt="0"/>
      <dgm:spPr/>
    </dgm:pt>
    <dgm:pt modelId="{D8C07A8B-DE6D-4E06-A115-B246A936B49A}" type="pres">
      <dgm:prSet presAssocID="{8FD1DEB9-B788-4C74-8884-B4AF3FE7A8AA}" presName="parentText" presStyleLbl="node1" presStyleIdx="2" presStyleCnt="5">
        <dgm:presLayoutVars>
          <dgm:chMax val="1"/>
          <dgm:bulletEnabled val="1"/>
        </dgm:presLayoutVars>
      </dgm:prSet>
      <dgm:spPr/>
    </dgm:pt>
    <dgm:pt modelId="{799CFEBE-4EFF-4954-B47E-E75A6D649A1F}" type="pres">
      <dgm:prSet presAssocID="{8FD1DEB9-B788-4C74-8884-B4AF3FE7A8AA}" presName="descendantText" presStyleLbl="alignAccFollowNode1" presStyleIdx="2" presStyleCnt="5">
        <dgm:presLayoutVars>
          <dgm:bulletEnabled val="1"/>
        </dgm:presLayoutVars>
      </dgm:prSet>
      <dgm:spPr/>
    </dgm:pt>
    <dgm:pt modelId="{C4B3578A-85A7-465A-A6BF-B3DB1D61C7C1}" type="pres">
      <dgm:prSet presAssocID="{0CCECDE4-90EB-4413-A4A9-57988B2B6D81}" presName="sp" presStyleCnt="0"/>
      <dgm:spPr/>
    </dgm:pt>
    <dgm:pt modelId="{6DD096CD-C2D4-4BDE-BC99-9F7525B96C52}" type="pres">
      <dgm:prSet presAssocID="{56AB8924-EE9F-44A3-8384-8BA27483E7FF}" presName="linNode" presStyleCnt="0"/>
      <dgm:spPr/>
    </dgm:pt>
    <dgm:pt modelId="{10428379-A5BB-44A8-8A18-F68E737EF504}" type="pres">
      <dgm:prSet presAssocID="{56AB8924-EE9F-44A3-8384-8BA27483E7FF}" presName="parentText" presStyleLbl="node1" presStyleIdx="3" presStyleCnt="5">
        <dgm:presLayoutVars>
          <dgm:chMax val="1"/>
          <dgm:bulletEnabled val="1"/>
        </dgm:presLayoutVars>
      </dgm:prSet>
      <dgm:spPr/>
    </dgm:pt>
    <dgm:pt modelId="{4ECCF56F-3F24-4426-9B72-3AC023CB33AE}" type="pres">
      <dgm:prSet presAssocID="{56AB8924-EE9F-44A3-8384-8BA27483E7FF}" presName="descendantText" presStyleLbl="alignAccFollowNode1" presStyleIdx="3" presStyleCnt="5">
        <dgm:presLayoutVars>
          <dgm:bulletEnabled val="1"/>
        </dgm:presLayoutVars>
      </dgm:prSet>
      <dgm:spPr/>
    </dgm:pt>
    <dgm:pt modelId="{9869F6E6-C15F-4969-A67D-B9F32C2BF31D}" type="pres">
      <dgm:prSet presAssocID="{1A4E2EE4-B301-4FB2-AEF0-9071BAAEF80B}" presName="sp" presStyleCnt="0"/>
      <dgm:spPr/>
    </dgm:pt>
    <dgm:pt modelId="{CC09039C-B026-499B-B2CF-FE79EC06D85D}" type="pres">
      <dgm:prSet presAssocID="{F916F118-439F-4863-8E60-70AF2023A212}" presName="linNode" presStyleCnt="0"/>
      <dgm:spPr/>
    </dgm:pt>
    <dgm:pt modelId="{4A797210-092E-4FFE-BA62-809D4DA758F1}" type="pres">
      <dgm:prSet presAssocID="{F916F118-439F-4863-8E60-70AF2023A212}" presName="parentText" presStyleLbl="node1" presStyleIdx="4" presStyleCnt="5">
        <dgm:presLayoutVars>
          <dgm:chMax val="1"/>
          <dgm:bulletEnabled val="1"/>
        </dgm:presLayoutVars>
      </dgm:prSet>
      <dgm:spPr/>
    </dgm:pt>
    <dgm:pt modelId="{894A21F4-FDDC-45FA-A994-9CB8BA8E1C50}" type="pres">
      <dgm:prSet presAssocID="{F916F118-439F-4863-8E60-70AF2023A212}" presName="descendantText" presStyleLbl="alignAccFollowNode1" presStyleIdx="4" presStyleCnt="5">
        <dgm:presLayoutVars>
          <dgm:bulletEnabled val="1"/>
        </dgm:presLayoutVars>
      </dgm:prSet>
      <dgm:spPr/>
    </dgm:pt>
  </dgm:ptLst>
  <dgm:cxnLst>
    <dgm:cxn modelId="{EE38710E-1BDF-4314-899A-E703EDD07B37}" type="presOf" srcId="{CEA7B01B-28FC-4ED3-B7BA-E09F6852779C}" destId="{DD5423C7-C3DD-439B-AB55-5821E0DBDC63}" srcOrd="0" destOrd="0" presId="urn:microsoft.com/office/officeart/2005/8/layout/vList5"/>
    <dgm:cxn modelId="{9C937A15-0BE3-4B07-B77C-127A0C300DF5}" type="presOf" srcId="{8FD1DEB9-B788-4C74-8884-B4AF3FE7A8AA}" destId="{D8C07A8B-DE6D-4E06-A115-B246A936B49A}" srcOrd="0" destOrd="0" presId="urn:microsoft.com/office/officeart/2005/8/layout/vList5"/>
    <dgm:cxn modelId="{996A4916-EF13-40DB-A238-9D066CEEE1E5}" srcId="{7ED4E355-E2DA-442A-AABE-E1C8EE3E370F}" destId="{F916F118-439F-4863-8E60-70AF2023A212}" srcOrd="4" destOrd="0" parTransId="{F99E533A-8C17-481B-ABC0-F3409BF606E2}" sibTransId="{24711056-7421-404D-8C68-2E31F14CEBB4}"/>
    <dgm:cxn modelId="{3852BA18-5102-4DC7-B1A0-61E8031683CF}" srcId="{56AB8924-EE9F-44A3-8384-8BA27483E7FF}" destId="{95574A67-9197-4269-A374-36DFB7FFA309}" srcOrd="0" destOrd="0" parTransId="{ACE21F46-82DE-4C5F-813F-A6D76779ADB9}" sibTransId="{70EE5B97-FBCC-4C34-8D99-3A5D1715525B}"/>
    <dgm:cxn modelId="{ABA7A124-4ACA-4143-8F4F-A845F5FFC1D2}" srcId="{53637F5F-3F49-40B7-81FC-E27B4A44E9A4}" destId="{88758648-C04D-475E-BA44-1FC10AEFC747}" srcOrd="2" destOrd="0" parTransId="{0EBAD262-6DBE-4BC1-8A3E-2BBCEF22D05E}" sibTransId="{BB28C40A-62B0-4CBF-839F-6A6D090103F7}"/>
    <dgm:cxn modelId="{0AF26025-1E54-4BAF-9FCA-5CAB86A663D7}" srcId="{CEA7B01B-28FC-4ED3-B7BA-E09F6852779C}" destId="{2052540E-B5EB-4998-8493-1F9240754F05}" srcOrd="0" destOrd="0" parTransId="{B31FD803-CB23-40CE-9790-0D6170D99437}" sibTransId="{0D77ED7E-E56F-427F-917C-420F77B6A796}"/>
    <dgm:cxn modelId="{946D4A27-8D7A-47AE-8905-F7DB5EB6BEE8}" srcId="{7ED4E355-E2DA-442A-AABE-E1C8EE3E370F}" destId="{8FD1DEB9-B788-4C74-8884-B4AF3FE7A8AA}" srcOrd="2" destOrd="0" parTransId="{92396FB7-71F6-4194-9E0E-7C4709100CAD}" sibTransId="{0CCECDE4-90EB-4413-A4A9-57988B2B6D81}"/>
    <dgm:cxn modelId="{583E4B2A-BD47-414C-84E7-273CC3E43E64}" type="presOf" srcId="{B18EBBF3-D37D-4CF5-8DAC-65F805679491}" destId="{4ECCF56F-3F24-4426-9B72-3AC023CB33AE}" srcOrd="0" destOrd="3" presId="urn:microsoft.com/office/officeart/2005/8/layout/vList5"/>
    <dgm:cxn modelId="{1847C32C-9571-411F-81C1-9C801A48010A}" srcId="{CEA7B01B-28FC-4ED3-B7BA-E09F6852779C}" destId="{55F2C4B5-A050-48F0-BD3D-8FE87F385616}" srcOrd="1" destOrd="0" parTransId="{24546093-BF58-4716-BE93-29110E30CEC8}" sibTransId="{EB39BCC0-A02F-480F-BA3D-9808D76F73E0}"/>
    <dgm:cxn modelId="{89C6DD2F-F90D-4F1A-B97D-B1CD1DF36644}" srcId="{56AB8924-EE9F-44A3-8384-8BA27483E7FF}" destId="{ED47BFFB-5598-4887-9EAD-45BBD2E9F80B}" srcOrd="2" destOrd="0" parTransId="{49BA8BF0-571C-48DB-8979-2B2A88489EF8}" sibTransId="{24563576-B28A-40F8-85B1-F772758FF9EF}"/>
    <dgm:cxn modelId="{64B4EB34-995B-468B-A772-5B257AF03B01}" type="presOf" srcId="{D3052C66-3BD0-4F87-97D9-121A53FE2549}" destId="{894A21F4-FDDC-45FA-A994-9CB8BA8E1C50}" srcOrd="0" destOrd="1" presId="urn:microsoft.com/office/officeart/2005/8/layout/vList5"/>
    <dgm:cxn modelId="{CA8F1137-381D-4530-A893-FB4529084035}" srcId="{56AB8924-EE9F-44A3-8384-8BA27483E7FF}" destId="{B18EBBF3-D37D-4CF5-8DAC-65F805679491}" srcOrd="3" destOrd="0" parTransId="{89D62321-96C2-4BC8-A011-3886D83465F7}" sibTransId="{95EAF447-E363-4522-A134-913114AE4804}"/>
    <dgm:cxn modelId="{1958853A-8B91-444E-8ACC-C49CBCC562E4}" srcId="{F916F118-439F-4863-8E60-70AF2023A212}" destId="{D3052C66-3BD0-4F87-97D9-121A53FE2549}" srcOrd="1" destOrd="0" parTransId="{06C4149F-3739-48F5-8AF9-F56F3DE17CC0}" sibTransId="{4ADB4611-3EAE-4894-83D4-2328E2DF9E7E}"/>
    <dgm:cxn modelId="{4167A23E-9385-4891-BA0D-76902F2B86FC}" srcId="{8FD1DEB9-B788-4C74-8884-B4AF3FE7A8AA}" destId="{6F2A194C-D23B-4FB5-9E5D-C56A21516764}" srcOrd="1" destOrd="0" parTransId="{B611DDB5-2D6B-4F8E-85F1-2BC2602C46D0}" sibTransId="{FA57F0A9-77FA-452F-80F7-9C1EE0181E46}"/>
    <dgm:cxn modelId="{4E89435C-24B4-459D-8255-2ED146E1804C}" srcId="{53637F5F-3F49-40B7-81FC-E27B4A44E9A4}" destId="{4995090D-A377-4E2B-A560-FF0DF6CBBB4B}" srcOrd="0" destOrd="0" parTransId="{0A3A4369-E694-4BC2-833C-5572A284C3C4}" sibTransId="{9F509C6B-9782-4E5C-8C33-EFB86697A2CD}"/>
    <dgm:cxn modelId="{4CB3DE66-3021-4CB7-8900-8422DB14FC11}" srcId="{7ED4E355-E2DA-442A-AABE-E1C8EE3E370F}" destId="{CEA7B01B-28FC-4ED3-B7BA-E09F6852779C}" srcOrd="0" destOrd="0" parTransId="{D5C0B0AD-128E-43C3-A6AB-F2A7A7E80A0B}" sibTransId="{C43B34E4-84D7-4242-9F51-CDA44D5760E4}"/>
    <dgm:cxn modelId="{7CA56B68-B609-46D3-BDAE-65DD8A5A0E5B}" srcId="{F916F118-439F-4863-8E60-70AF2023A212}" destId="{FA1B2DA8-2C61-4759-AC4B-2DB468887F9B}" srcOrd="0" destOrd="0" parTransId="{E17E5F7C-33E4-49A4-897F-D4F51C03414F}" sibTransId="{71F0BB2D-4474-4EA8-82F8-96216956F508}"/>
    <dgm:cxn modelId="{EA26CC4A-3835-4331-9E95-398BEC92A66F}" type="presOf" srcId="{53637F5F-3F49-40B7-81FC-E27B4A44E9A4}" destId="{EBBFF934-D19B-4D7C-97F3-7F3E0037BD8E}" srcOrd="0" destOrd="0" presId="urn:microsoft.com/office/officeart/2005/8/layout/vList5"/>
    <dgm:cxn modelId="{093DED6D-F5E0-4987-9F89-91AB3C3F8286}" srcId="{8FD1DEB9-B788-4C74-8884-B4AF3FE7A8AA}" destId="{ECA3F442-E2B2-43AB-8266-FA0C11F528D6}" srcOrd="2" destOrd="0" parTransId="{F6001A9D-34BA-4CF9-BC4D-09E21043CECC}" sibTransId="{61A1D73B-E69A-41E3-B0FD-3C433D195FE5}"/>
    <dgm:cxn modelId="{E741E96E-4D93-4A71-81F3-B0D280894758}" type="presOf" srcId="{7350C62F-BB41-4B78-8223-31CE9471FE28}" destId="{799CFEBE-4EFF-4954-B47E-E75A6D649A1F}" srcOrd="0" destOrd="0" presId="urn:microsoft.com/office/officeart/2005/8/layout/vList5"/>
    <dgm:cxn modelId="{1249D954-036A-421B-9183-665EDBDD35C3}" type="presOf" srcId="{4995090D-A377-4E2B-A560-FF0DF6CBBB4B}" destId="{A6F846D4-7668-4844-9D66-6A088AD9E8BF}" srcOrd="0" destOrd="0" presId="urn:microsoft.com/office/officeart/2005/8/layout/vList5"/>
    <dgm:cxn modelId="{24554159-E7B8-4861-AF0C-D3ECAC1DBA86}" type="presOf" srcId="{E21E31E8-C205-49E7-B596-4D0F1B362ECE}" destId="{799CFEBE-4EFF-4954-B47E-E75A6D649A1F}" srcOrd="0" destOrd="3" presId="urn:microsoft.com/office/officeart/2005/8/layout/vList5"/>
    <dgm:cxn modelId="{66EA8180-89A7-4C44-BA78-6534EEB2615D}" srcId="{56AB8924-EE9F-44A3-8384-8BA27483E7FF}" destId="{223FB2D9-830E-4E54-AD64-14F3094ED9D2}" srcOrd="1" destOrd="0" parTransId="{3F1CBF08-6522-4928-A6E7-63C6DD516665}" sibTransId="{4CE8EA37-9052-4D05-B5DA-034BE65878D8}"/>
    <dgm:cxn modelId="{ED6D8C8A-8A46-4A50-8879-E508A173EEF0}" type="presOf" srcId="{2052540E-B5EB-4998-8493-1F9240754F05}" destId="{237BC43E-3B5E-4FE7-92B4-95E338CDD931}" srcOrd="0" destOrd="0" presId="urn:microsoft.com/office/officeart/2005/8/layout/vList5"/>
    <dgm:cxn modelId="{6016C18B-FDE3-4310-AEE3-0AEC713C65BF}" srcId="{8FD1DEB9-B788-4C74-8884-B4AF3FE7A8AA}" destId="{E21E31E8-C205-49E7-B596-4D0F1B362ECE}" srcOrd="3" destOrd="0" parTransId="{4D12737F-C827-4483-AC75-99197D4FDA98}" sibTransId="{2F78DBCE-05EB-4071-AEC4-A911C64FA0A8}"/>
    <dgm:cxn modelId="{DAAEDC8D-F3D5-42D6-8545-339AD75978FA}" type="presOf" srcId="{ED47BFFB-5598-4887-9EAD-45BBD2E9F80B}" destId="{4ECCF56F-3F24-4426-9B72-3AC023CB33AE}" srcOrd="0" destOrd="2" presId="urn:microsoft.com/office/officeart/2005/8/layout/vList5"/>
    <dgm:cxn modelId="{9356E58F-9BCD-426A-9F0F-6A0F15941FC2}" type="presOf" srcId="{F916F118-439F-4863-8E60-70AF2023A212}" destId="{4A797210-092E-4FFE-BA62-809D4DA758F1}" srcOrd="0" destOrd="0" presId="urn:microsoft.com/office/officeart/2005/8/layout/vList5"/>
    <dgm:cxn modelId="{B8E85991-11A3-4527-921B-4131ABFAD033}" type="presOf" srcId="{4F245271-461B-4229-8A24-4164B6FA6705}" destId="{A6F846D4-7668-4844-9D66-6A088AD9E8BF}" srcOrd="0" destOrd="1" presId="urn:microsoft.com/office/officeart/2005/8/layout/vList5"/>
    <dgm:cxn modelId="{7488F19F-5004-4B4B-983D-B876A954163B}" type="presOf" srcId="{56AB8924-EE9F-44A3-8384-8BA27483E7FF}" destId="{10428379-A5BB-44A8-8A18-F68E737EF504}" srcOrd="0" destOrd="0" presId="urn:microsoft.com/office/officeart/2005/8/layout/vList5"/>
    <dgm:cxn modelId="{89A1CDA8-B5E2-4A5E-848D-581512580FE3}" type="presOf" srcId="{88758648-C04D-475E-BA44-1FC10AEFC747}" destId="{A6F846D4-7668-4844-9D66-6A088AD9E8BF}" srcOrd="0" destOrd="2" presId="urn:microsoft.com/office/officeart/2005/8/layout/vList5"/>
    <dgm:cxn modelId="{9B7212B9-ECA1-491F-803F-601B8465A5BF}" type="presOf" srcId="{55F2C4B5-A050-48F0-BD3D-8FE87F385616}" destId="{237BC43E-3B5E-4FE7-92B4-95E338CDD931}" srcOrd="0" destOrd="1" presId="urn:microsoft.com/office/officeart/2005/8/layout/vList5"/>
    <dgm:cxn modelId="{323B09C7-A90D-4A0A-995A-7B770F28D9C1}" type="presOf" srcId="{FA1B2DA8-2C61-4759-AC4B-2DB468887F9B}" destId="{894A21F4-FDDC-45FA-A994-9CB8BA8E1C50}" srcOrd="0" destOrd="0" presId="urn:microsoft.com/office/officeart/2005/8/layout/vList5"/>
    <dgm:cxn modelId="{54E09CC7-4B98-40F1-AF06-5BBDBC7F3D5E}" srcId="{53637F5F-3F49-40B7-81FC-E27B4A44E9A4}" destId="{4F245271-461B-4229-8A24-4164B6FA6705}" srcOrd="1" destOrd="0" parTransId="{2555D96F-C2AA-4EDA-BA35-BFE10474EC8F}" sibTransId="{1E7A2D2D-0057-4431-B95B-A19CB7054F77}"/>
    <dgm:cxn modelId="{915F21CB-4654-426C-9F15-5E79590BF675}" srcId="{8FD1DEB9-B788-4C74-8884-B4AF3FE7A8AA}" destId="{7350C62F-BB41-4B78-8223-31CE9471FE28}" srcOrd="0" destOrd="0" parTransId="{1BAA016F-AE6D-4A82-AF85-C4D214228E0C}" sibTransId="{2F34A6D7-8455-43F0-B764-699FB59EE453}"/>
    <dgm:cxn modelId="{4A22C8D3-C573-43B4-B0CE-9F4ABEAD4FA5}" type="presOf" srcId="{7ED4E355-E2DA-442A-AABE-E1C8EE3E370F}" destId="{55CCB104-E8B7-44FE-9C69-742855D86897}" srcOrd="0" destOrd="0" presId="urn:microsoft.com/office/officeart/2005/8/layout/vList5"/>
    <dgm:cxn modelId="{C7DD4FD5-8F57-43E5-B5CE-DDCCBF1D6166}" srcId="{7ED4E355-E2DA-442A-AABE-E1C8EE3E370F}" destId="{53637F5F-3F49-40B7-81FC-E27B4A44E9A4}" srcOrd="1" destOrd="0" parTransId="{2A16547E-4494-47DC-8D1E-1275D94A00C5}" sibTransId="{F72EDD8E-0E43-4201-B5C1-E67B55FE7F9B}"/>
    <dgm:cxn modelId="{9B0909D8-AED6-4072-AA4B-7E6C9BE02A49}" type="presOf" srcId="{223FB2D9-830E-4E54-AD64-14F3094ED9D2}" destId="{4ECCF56F-3F24-4426-9B72-3AC023CB33AE}" srcOrd="0" destOrd="1" presId="urn:microsoft.com/office/officeart/2005/8/layout/vList5"/>
    <dgm:cxn modelId="{58D4BBEB-368D-4AF2-95EA-F5CE5DD4C69A}" srcId="{7ED4E355-E2DA-442A-AABE-E1C8EE3E370F}" destId="{56AB8924-EE9F-44A3-8384-8BA27483E7FF}" srcOrd="3" destOrd="0" parTransId="{8868AEF7-7635-4375-A6E4-6A576D41330D}" sibTransId="{1A4E2EE4-B301-4FB2-AEF0-9071BAAEF80B}"/>
    <dgm:cxn modelId="{07F7CFEF-B04C-429C-A0DD-CFD2A618682F}" type="presOf" srcId="{95574A67-9197-4269-A374-36DFB7FFA309}" destId="{4ECCF56F-3F24-4426-9B72-3AC023CB33AE}" srcOrd="0" destOrd="0" presId="urn:microsoft.com/office/officeart/2005/8/layout/vList5"/>
    <dgm:cxn modelId="{C76ABAF3-52EF-410D-8D7D-2FB9B3691184}" type="presOf" srcId="{F4FF02F4-0FC9-4085-A803-D31115CA6497}" destId="{894A21F4-FDDC-45FA-A994-9CB8BA8E1C50}" srcOrd="0" destOrd="2" presId="urn:microsoft.com/office/officeart/2005/8/layout/vList5"/>
    <dgm:cxn modelId="{3E39B5F6-C813-4C21-9F65-BC96E73499E5}" type="presOf" srcId="{6F2A194C-D23B-4FB5-9E5D-C56A21516764}" destId="{799CFEBE-4EFF-4954-B47E-E75A6D649A1F}" srcOrd="0" destOrd="1" presId="urn:microsoft.com/office/officeart/2005/8/layout/vList5"/>
    <dgm:cxn modelId="{95FDD6FC-6281-4027-8087-9C241D805FC4}" srcId="{F916F118-439F-4863-8E60-70AF2023A212}" destId="{F4FF02F4-0FC9-4085-A803-D31115CA6497}" srcOrd="2" destOrd="0" parTransId="{8457088F-4EBC-4FA3-990A-F6611ACD56E6}" sibTransId="{D1B842C9-AE3E-44C2-A879-C9622D2676B7}"/>
    <dgm:cxn modelId="{529976FE-8238-4CC7-8D34-C0F0305784C1}" type="presOf" srcId="{ECA3F442-E2B2-43AB-8266-FA0C11F528D6}" destId="{799CFEBE-4EFF-4954-B47E-E75A6D649A1F}" srcOrd="0" destOrd="2" presId="urn:microsoft.com/office/officeart/2005/8/layout/vList5"/>
    <dgm:cxn modelId="{A322350F-C4AB-4FE9-96E5-E71CFBB87B19}" type="presParOf" srcId="{55CCB104-E8B7-44FE-9C69-742855D86897}" destId="{E407F45A-17BF-4CD8-8334-BE96F18319FA}" srcOrd="0" destOrd="0" presId="urn:microsoft.com/office/officeart/2005/8/layout/vList5"/>
    <dgm:cxn modelId="{29E7C1EC-B20B-4803-B477-9170C6F82ED5}" type="presParOf" srcId="{E407F45A-17BF-4CD8-8334-BE96F18319FA}" destId="{DD5423C7-C3DD-439B-AB55-5821E0DBDC63}" srcOrd="0" destOrd="0" presId="urn:microsoft.com/office/officeart/2005/8/layout/vList5"/>
    <dgm:cxn modelId="{F2C751DB-7B7F-423C-AEA2-1E1BEAE7A644}" type="presParOf" srcId="{E407F45A-17BF-4CD8-8334-BE96F18319FA}" destId="{237BC43E-3B5E-4FE7-92B4-95E338CDD931}" srcOrd="1" destOrd="0" presId="urn:microsoft.com/office/officeart/2005/8/layout/vList5"/>
    <dgm:cxn modelId="{3DF682C8-86AF-4ED4-B388-2265503160E0}" type="presParOf" srcId="{55CCB104-E8B7-44FE-9C69-742855D86897}" destId="{3DDC0BAA-8E05-4400-A035-84C5294908F8}" srcOrd="1" destOrd="0" presId="urn:microsoft.com/office/officeart/2005/8/layout/vList5"/>
    <dgm:cxn modelId="{2671D0EE-CD89-4C9D-B028-8464C9522A1A}" type="presParOf" srcId="{55CCB104-E8B7-44FE-9C69-742855D86897}" destId="{0538CA0C-9A69-4561-99A1-288E810670A5}" srcOrd="2" destOrd="0" presId="urn:microsoft.com/office/officeart/2005/8/layout/vList5"/>
    <dgm:cxn modelId="{7C506642-A8BA-40F7-9119-25B980453F65}" type="presParOf" srcId="{0538CA0C-9A69-4561-99A1-288E810670A5}" destId="{EBBFF934-D19B-4D7C-97F3-7F3E0037BD8E}" srcOrd="0" destOrd="0" presId="urn:microsoft.com/office/officeart/2005/8/layout/vList5"/>
    <dgm:cxn modelId="{FC977D31-589F-41C7-B627-CDBB919E2E87}" type="presParOf" srcId="{0538CA0C-9A69-4561-99A1-288E810670A5}" destId="{A6F846D4-7668-4844-9D66-6A088AD9E8BF}" srcOrd="1" destOrd="0" presId="urn:microsoft.com/office/officeart/2005/8/layout/vList5"/>
    <dgm:cxn modelId="{E2E870FC-6C3C-449B-AA70-73E1F1174AE1}" type="presParOf" srcId="{55CCB104-E8B7-44FE-9C69-742855D86897}" destId="{22BD236D-F75F-4442-9946-57BC2EE42B83}" srcOrd="3" destOrd="0" presId="urn:microsoft.com/office/officeart/2005/8/layout/vList5"/>
    <dgm:cxn modelId="{212762AD-0ECD-4A87-9377-EE2401B9E7A2}" type="presParOf" srcId="{55CCB104-E8B7-44FE-9C69-742855D86897}" destId="{41CA1FCD-41BB-4889-81D0-ECF8498C37C8}" srcOrd="4" destOrd="0" presId="urn:microsoft.com/office/officeart/2005/8/layout/vList5"/>
    <dgm:cxn modelId="{D6BD5C85-8EDA-4F43-BCFB-4A222DBDEB68}" type="presParOf" srcId="{41CA1FCD-41BB-4889-81D0-ECF8498C37C8}" destId="{D8C07A8B-DE6D-4E06-A115-B246A936B49A}" srcOrd="0" destOrd="0" presId="urn:microsoft.com/office/officeart/2005/8/layout/vList5"/>
    <dgm:cxn modelId="{BEABC85A-EF34-45CF-AE95-EC5A6B4C6600}" type="presParOf" srcId="{41CA1FCD-41BB-4889-81D0-ECF8498C37C8}" destId="{799CFEBE-4EFF-4954-B47E-E75A6D649A1F}" srcOrd="1" destOrd="0" presId="urn:microsoft.com/office/officeart/2005/8/layout/vList5"/>
    <dgm:cxn modelId="{289F9710-1FCF-4EAD-A1C0-9A395637EFF9}" type="presParOf" srcId="{55CCB104-E8B7-44FE-9C69-742855D86897}" destId="{C4B3578A-85A7-465A-A6BF-B3DB1D61C7C1}" srcOrd="5" destOrd="0" presId="urn:microsoft.com/office/officeart/2005/8/layout/vList5"/>
    <dgm:cxn modelId="{C2FDB956-AC20-4657-A8E4-88BE7AC01C1D}" type="presParOf" srcId="{55CCB104-E8B7-44FE-9C69-742855D86897}" destId="{6DD096CD-C2D4-4BDE-BC99-9F7525B96C52}" srcOrd="6" destOrd="0" presId="urn:microsoft.com/office/officeart/2005/8/layout/vList5"/>
    <dgm:cxn modelId="{8D14E5C4-3BFA-49AA-A0AC-3AE99A87D600}" type="presParOf" srcId="{6DD096CD-C2D4-4BDE-BC99-9F7525B96C52}" destId="{10428379-A5BB-44A8-8A18-F68E737EF504}" srcOrd="0" destOrd="0" presId="urn:microsoft.com/office/officeart/2005/8/layout/vList5"/>
    <dgm:cxn modelId="{286B523E-B27D-4CD7-996F-883947B15664}" type="presParOf" srcId="{6DD096CD-C2D4-4BDE-BC99-9F7525B96C52}" destId="{4ECCF56F-3F24-4426-9B72-3AC023CB33AE}" srcOrd="1" destOrd="0" presId="urn:microsoft.com/office/officeart/2005/8/layout/vList5"/>
    <dgm:cxn modelId="{960C93A9-9C59-4E62-B837-CEFA80A7BEFA}" type="presParOf" srcId="{55CCB104-E8B7-44FE-9C69-742855D86897}" destId="{9869F6E6-C15F-4969-A67D-B9F32C2BF31D}" srcOrd="7" destOrd="0" presId="urn:microsoft.com/office/officeart/2005/8/layout/vList5"/>
    <dgm:cxn modelId="{1AEEE8BD-FE6F-45F8-B096-FFB6AC2F5207}" type="presParOf" srcId="{55CCB104-E8B7-44FE-9C69-742855D86897}" destId="{CC09039C-B026-499B-B2CF-FE79EC06D85D}" srcOrd="8" destOrd="0" presId="urn:microsoft.com/office/officeart/2005/8/layout/vList5"/>
    <dgm:cxn modelId="{82DE9E8D-A7A3-4E33-B08E-201B9A6BB4FD}" type="presParOf" srcId="{CC09039C-B026-499B-B2CF-FE79EC06D85D}" destId="{4A797210-092E-4FFE-BA62-809D4DA758F1}" srcOrd="0" destOrd="0" presId="urn:microsoft.com/office/officeart/2005/8/layout/vList5"/>
    <dgm:cxn modelId="{A5286B07-C236-41F1-B272-798101A0E233}" type="presParOf" srcId="{CC09039C-B026-499B-B2CF-FE79EC06D85D}" destId="{894A21F4-FDDC-45FA-A994-9CB8BA8E1C50}"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ED4E355-E2DA-442A-AABE-E1C8EE3E370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CEA7B01B-28FC-4ED3-B7BA-E09F6852779C}">
      <dgm:prSet custT="1"/>
      <dgm:spPr>
        <a:solidFill>
          <a:schemeClr val="accent2"/>
        </a:solidFill>
      </dgm:spPr>
      <dgm:t>
        <a:bodyPr/>
        <a:lstStyle/>
        <a:p>
          <a:r>
            <a:rPr lang="en-US" sz="2400" b="1" dirty="0"/>
            <a:t>Problem statement</a:t>
          </a:r>
          <a:endParaRPr lang="en-US" sz="2400" dirty="0"/>
        </a:p>
      </dgm:t>
    </dgm:pt>
    <dgm:pt modelId="{D5C0B0AD-128E-43C3-A6AB-F2A7A7E80A0B}" type="parTrans" cxnId="{4CB3DE66-3021-4CB7-8900-8422DB14FC11}">
      <dgm:prSet/>
      <dgm:spPr/>
      <dgm:t>
        <a:bodyPr/>
        <a:lstStyle/>
        <a:p>
          <a:endParaRPr lang="en-US"/>
        </a:p>
      </dgm:t>
    </dgm:pt>
    <dgm:pt modelId="{C43B34E4-84D7-4242-9F51-CDA44D5760E4}" type="sibTrans" cxnId="{4CB3DE66-3021-4CB7-8900-8422DB14FC11}">
      <dgm:prSet/>
      <dgm:spPr/>
      <dgm:t>
        <a:bodyPr/>
        <a:lstStyle/>
        <a:p>
          <a:endParaRPr lang="en-US"/>
        </a:p>
      </dgm:t>
    </dgm:pt>
    <dgm:pt modelId="{53637F5F-3F49-40B7-81FC-E27B4A44E9A4}">
      <dgm:prSet custT="1"/>
      <dgm:spPr>
        <a:solidFill>
          <a:schemeClr val="accent2"/>
        </a:solidFill>
      </dgm:spPr>
      <dgm:t>
        <a:bodyPr/>
        <a:lstStyle/>
        <a:p>
          <a:r>
            <a:rPr lang="en-US" sz="2400" b="1" dirty="0"/>
            <a:t>Dataset</a:t>
          </a:r>
        </a:p>
      </dgm:t>
    </dgm:pt>
    <dgm:pt modelId="{2A16547E-4494-47DC-8D1E-1275D94A00C5}" type="parTrans" cxnId="{C7DD4FD5-8F57-43E5-B5CE-DDCCBF1D6166}">
      <dgm:prSet/>
      <dgm:spPr/>
      <dgm:t>
        <a:bodyPr/>
        <a:lstStyle/>
        <a:p>
          <a:endParaRPr lang="en-US"/>
        </a:p>
      </dgm:t>
    </dgm:pt>
    <dgm:pt modelId="{F72EDD8E-0E43-4201-B5C1-E67B55FE7F9B}" type="sibTrans" cxnId="{C7DD4FD5-8F57-43E5-B5CE-DDCCBF1D6166}">
      <dgm:prSet/>
      <dgm:spPr/>
      <dgm:t>
        <a:bodyPr/>
        <a:lstStyle/>
        <a:p>
          <a:endParaRPr lang="en-US"/>
        </a:p>
      </dgm:t>
    </dgm:pt>
    <dgm:pt modelId="{8FD1DEB9-B788-4C74-8884-B4AF3FE7A8AA}">
      <dgm:prSet custT="1"/>
      <dgm:spPr>
        <a:solidFill>
          <a:schemeClr val="accent2"/>
        </a:solidFill>
      </dgm:spPr>
      <dgm:t>
        <a:bodyPr/>
        <a:lstStyle/>
        <a:p>
          <a:r>
            <a:rPr lang="en-US" sz="2400" b="1" dirty="0"/>
            <a:t>Technologies</a:t>
          </a:r>
        </a:p>
      </dgm:t>
    </dgm:pt>
    <dgm:pt modelId="{92396FB7-71F6-4194-9E0E-7C4709100CAD}" type="parTrans" cxnId="{946D4A27-8D7A-47AE-8905-F7DB5EB6BEE8}">
      <dgm:prSet/>
      <dgm:spPr/>
      <dgm:t>
        <a:bodyPr/>
        <a:lstStyle/>
        <a:p>
          <a:endParaRPr lang="en-US"/>
        </a:p>
      </dgm:t>
    </dgm:pt>
    <dgm:pt modelId="{0CCECDE4-90EB-4413-A4A9-57988B2B6D81}" type="sibTrans" cxnId="{946D4A27-8D7A-47AE-8905-F7DB5EB6BEE8}">
      <dgm:prSet/>
      <dgm:spPr/>
      <dgm:t>
        <a:bodyPr/>
        <a:lstStyle/>
        <a:p>
          <a:endParaRPr lang="en-US"/>
        </a:p>
      </dgm:t>
    </dgm:pt>
    <dgm:pt modelId="{56AB8924-EE9F-44A3-8384-8BA27483E7FF}">
      <dgm:prSet custT="1"/>
      <dgm:spPr>
        <a:solidFill>
          <a:schemeClr val="accent2"/>
        </a:solidFill>
      </dgm:spPr>
      <dgm:t>
        <a:bodyPr/>
        <a:lstStyle/>
        <a:p>
          <a:r>
            <a:rPr lang="en-US" sz="2400" b="1" dirty="0"/>
            <a:t>Performance</a:t>
          </a:r>
        </a:p>
      </dgm:t>
    </dgm:pt>
    <dgm:pt modelId="{8868AEF7-7635-4375-A6E4-6A576D41330D}" type="parTrans" cxnId="{58D4BBEB-368D-4AF2-95EA-F5CE5DD4C69A}">
      <dgm:prSet/>
      <dgm:spPr/>
      <dgm:t>
        <a:bodyPr/>
        <a:lstStyle/>
        <a:p>
          <a:endParaRPr lang="en-US"/>
        </a:p>
      </dgm:t>
    </dgm:pt>
    <dgm:pt modelId="{1A4E2EE4-B301-4FB2-AEF0-9071BAAEF80B}" type="sibTrans" cxnId="{58D4BBEB-368D-4AF2-95EA-F5CE5DD4C69A}">
      <dgm:prSet/>
      <dgm:spPr/>
      <dgm:t>
        <a:bodyPr/>
        <a:lstStyle/>
        <a:p>
          <a:endParaRPr lang="en-US"/>
        </a:p>
      </dgm:t>
    </dgm:pt>
    <dgm:pt modelId="{F916F118-439F-4863-8E60-70AF2023A212}">
      <dgm:prSet custT="1"/>
      <dgm:spPr>
        <a:solidFill>
          <a:schemeClr val="accent2"/>
        </a:solidFill>
      </dgm:spPr>
      <dgm:t>
        <a:bodyPr/>
        <a:lstStyle/>
        <a:p>
          <a:r>
            <a:rPr lang="en-US" sz="2400" b="1" dirty="0"/>
            <a:t>Literature review</a:t>
          </a:r>
        </a:p>
      </dgm:t>
    </dgm:pt>
    <dgm:pt modelId="{F99E533A-8C17-481B-ABC0-F3409BF606E2}" type="parTrans" cxnId="{996A4916-EF13-40DB-A238-9D066CEEE1E5}">
      <dgm:prSet/>
      <dgm:spPr/>
      <dgm:t>
        <a:bodyPr/>
        <a:lstStyle/>
        <a:p>
          <a:endParaRPr lang="en-US"/>
        </a:p>
      </dgm:t>
    </dgm:pt>
    <dgm:pt modelId="{24711056-7421-404D-8C68-2E31F14CEBB4}" type="sibTrans" cxnId="{996A4916-EF13-40DB-A238-9D066CEEE1E5}">
      <dgm:prSet/>
      <dgm:spPr/>
      <dgm:t>
        <a:bodyPr/>
        <a:lstStyle/>
        <a:p>
          <a:endParaRPr lang="en-US"/>
        </a:p>
      </dgm:t>
    </dgm:pt>
    <dgm:pt modelId="{FA1B2DA8-2C61-4759-AC4B-2DB468887F9B}">
      <dgm:prSet custT="1"/>
      <dgm:spPr>
        <a:solidFill>
          <a:schemeClr val="accent2">
            <a:lumMod val="40000"/>
            <a:lumOff val="60000"/>
            <a:alpha val="90000"/>
          </a:schemeClr>
        </a:solidFill>
      </dgm:spPr>
      <dgm:t>
        <a:bodyPr/>
        <a:lstStyle/>
        <a:p>
          <a:pPr algn="l">
            <a:buFont typeface="Wingdings" panose="05000000000000000000" pitchFamily="2" charset="2"/>
            <a:buChar char="v"/>
          </a:pPr>
          <a:r>
            <a:rPr lang="en-US" sz="1000" dirty="0"/>
            <a:t>Zhang, W. et al. (2015). Predicting drug sensitivity of cancer cells using genomic and chemical properties. Bioinformatics</a:t>
          </a:r>
        </a:p>
      </dgm:t>
    </dgm:pt>
    <dgm:pt modelId="{E17E5F7C-33E4-49A4-897F-D4F51C03414F}" type="parTrans" cxnId="{7CA56B68-B609-46D3-BDAE-65DD8A5A0E5B}">
      <dgm:prSet/>
      <dgm:spPr/>
      <dgm:t>
        <a:bodyPr/>
        <a:lstStyle/>
        <a:p>
          <a:endParaRPr lang="en-US"/>
        </a:p>
      </dgm:t>
    </dgm:pt>
    <dgm:pt modelId="{71F0BB2D-4474-4EA8-82F8-96216956F508}" type="sibTrans" cxnId="{7CA56B68-B609-46D3-BDAE-65DD8A5A0E5B}">
      <dgm:prSet/>
      <dgm:spPr/>
      <dgm:t>
        <a:bodyPr/>
        <a:lstStyle/>
        <a:p>
          <a:endParaRPr lang="en-US"/>
        </a:p>
      </dgm:t>
    </dgm:pt>
    <dgm:pt modelId="{2052540E-B5EB-4998-8493-1F9240754F05}">
      <dgm:prSet custT="1"/>
      <dgm:spPr>
        <a:solidFill>
          <a:schemeClr val="accent2">
            <a:lumMod val="40000"/>
            <a:lumOff val="60000"/>
            <a:alpha val="90000"/>
          </a:schemeClr>
        </a:solidFill>
      </dgm:spPr>
      <dgm:t>
        <a:bodyPr/>
        <a:lstStyle/>
        <a:p>
          <a:pPr>
            <a:buFont typeface="Wingdings" panose="05000000000000000000" pitchFamily="2" charset="2"/>
            <a:buChar char="Ø"/>
          </a:pPr>
          <a:r>
            <a:rPr lang="en-US" sz="1000" b="0" i="0" dirty="0"/>
            <a:t>The primary task associated with this dataset is to predict drug sensitivity (measured as IC50 values) based on genomic features of cancer cell lines. This can involve regression tasks to predict exact IC50 values or classification tasks to categorize cell lines as sensitive or resistant to specific drugs. The dataset also allows for the identification of genomic markers that correlate with drug response.</a:t>
          </a:r>
        </a:p>
      </dgm:t>
    </dgm:pt>
    <dgm:pt modelId="{B31FD803-CB23-40CE-9790-0D6170D99437}" type="parTrans" cxnId="{0AF26025-1E54-4BAF-9FCA-5CAB86A663D7}">
      <dgm:prSet/>
      <dgm:spPr/>
      <dgm:t>
        <a:bodyPr/>
        <a:lstStyle/>
        <a:p>
          <a:endParaRPr lang="en-US"/>
        </a:p>
      </dgm:t>
    </dgm:pt>
    <dgm:pt modelId="{0D77ED7E-E56F-427F-917C-420F77B6A796}" type="sibTrans" cxnId="{0AF26025-1E54-4BAF-9FCA-5CAB86A663D7}">
      <dgm:prSet/>
      <dgm:spPr/>
      <dgm:t>
        <a:bodyPr/>
        <a:lstStyle/>
        <a:p>
          <a:endParaRPr lang="en-US"/>
        </a:p>
      </dgm:t>
    </dgm:pt>
    <dgm:pt modelId="{4995090D-A377-4E2B-A560-FF0DF6CBBB4B}">
      <dgm:prSet custT="1"/>
      <dgm:spPr>
        <a:solidFill>
          <a:schemeClr val="accent2">
            <a:lumMod val="40000"/>
            <a:lumOff val="60000"/>
            <a:alpha val="90000"/>
          </a:schemeClr>
        </a:solidFill>
      </dgm:spPr>
      <dgm:t>
        <a:bodyPr/>
        <a:lstStyle/>
        <a:p>
          <a:pPr algn="l">
            <a:buFont typeface="Wingdings" panose="05000000000000000000" pitchFamily="2" charset="2"/>
            <a:buChar char="Ø"/>
          </a:pPr>
          <a:r>
            <a:rPr lang="en-US" sz="1000" b="0" i="1" dirty="0"/>
            <a:t> </a:t>
          </a:r>
          <a:r>
            <a:rPr lang="en-US" sz="1000" b="0" i="0" dirty="0"/>
            <a:t>The Genomics of Drug Sensitivity in Cancer (GDSC) dataset is a valuable resource for therapeutic biomarker discovery in      cancer research. This dataset combines drug response data with genomic profiles of cancer cell lines, allowing researchers to investigate the relationship between genetic features and drug sensitivity.</a:t>
          </a:r>
        </a:p>
      </dgm:t>
    </dgm:pt>
    <dgm:pt modelId="{0A3A4369-E694-4BC2-833C-5572A284C3C4}" type="parTrans" cxnId="{4E89435C-24B4-459D-8255-2ED146E1804C}">
      <dgm:prSet/>
      <dgm:spPr/>
      <dgm:t>
        <a:bodyPr/>
        <a:lstStyle/>
        <a:p>
          <a:endParaRPr lang="en-US"/>
        </a:p>
      </dgm:t>
    </dgm:pt>
    <dgm:pt modelId="{9F509C6B-9782-4E5C-8C33-EFB86697A2CD}" type="sibTrans" cxnId="{4E89435C-24B4-459D-8255-2ED146E1804C}">
      <dgm:prSet/>
      <dgm:spPr/>
      <dgm:t>
        <a:bodyPr/>
        <a:lstStyle/>
        <a:p>
          <a:endParaRPr lang="en-US"/>
        </a:p>
      </dgm:t>
    </dgm:pt>
    <dgm:pt modelId="{7350C62F-BB41-4B78-8223-31CE9471FE28}">
      <dgm:prSet custT="1"/>
      <dgm:spPr>
        <a:solidFill>
          <a:schemeClr val="accent2">
            <a:lumMod val="40000"/>
            <a:lumOff val="60000"/>
            <a:alpha val="90000"/>
          </a:schemeClr>
        </a:solidFill>
      </dgm:spPr>
      <dgm:t>
        <a:bodyPr/>
        <a:lstStyle/>
        <a:p>
          <a:pPr algn="l">
            <a:buFont typeface="Wingdings" panose="05000000000000000000" pitchFamily="2" charset="2"/>
            <a:buNone/>
          </a:pPr>
          <a:r>
            <a:rPr lang="en-US" sz="1000" dirty="0"/>
            <a:t>       </a:t>
          </a:r>
        </a:p>
      </dgm:t>
    </dgm:pt>
    <dgm:pt modelId="{1BAA016F-AE6D-4A82-AF85-C4D214228E0C}" type="parTrans" cxnId="{915F21CB-4654-426C-9F15-5E79590BF675}">
      <dgm:prSet/>
      <dgm:spPr/>
      <dgm:t>
        <a:bodyPr/>
        <a:lstStyle/>
        <a:p>
          <a:endParaRPr lang="en-US"/>
        </a:p>
      </dgm:t>
    </dgm:pt>
    <dgm:pt modelId="{2F34A6D7-8455-43F0-B764-699FB59EE453}" type="sibTrans" cxnId="{915F21CB-4654-426C-9F15-5E79590BF675}">
      <dgm:prSet/>
      <dgm:spPr/>
      <dgm:t>
        <a:bodyPr/>
        <a:lstStyle/>
        <a:p>
          <a:endParaRPr lang="en-US"/>
        </a:p>
      </dgm:t>
    </dgm:pt>
    <dgm:pt modelId="{95574A67-9197-4269-A374-36DFB7FFA309}">
      <dgm:prSet custT="1"/>
      <dgm:spPr>
        <a:solidFill>
          <a:schemeClr val="accent2">
            <a:lumMod val="40000"/>
            <a:lumOff val="60000"/>
            <a:alpha val="90000"/>
          </a:schemeClr>
        </a:solidFill>
      </dgm:spPr>
      <dgm:t>
        <a:bodyPr/>
        <a:lstStyle/>
        <a:p>
          <a:pPr>
            <a:buFont typeface="Wingdings" panose="05000000000000000000" pitchFamily="2" charset="2"/>
            <a:buChar char="q"/>
          </a:pPr>
          <a:r>
            <a:rPr lang="en-US" sz="1000" dirty="0"/>
            <a:t>   Accuracy </a:t>
          </a:r>
          <a:endParaRPr lang="en-US" sz="3200" b="1" dirty="0"/>
        </a:p>
      </dgm:t>
    </dgm:pt>
    <dgm:pt modelId="{ACE21F46-82DE-4C5F-813F-A6D76779ADB9}" type="parTrans" cxnId="{3852BA18-5102-4DC7-B1A0-61E8031683CF}">
      <dgm:prSet/>
      <dgm:spPr/>
      <dgm:t>
        <a:bodyPr/>
        <a:lstStyle/>
        <a:p>
          <a:endParaRPr lang="en-US"/>
        </a:p>
      </dgm:t>
    </dgm:pt>
    <dgm:pt modelId="{70EE5B97-FBCC-4C34-8D99-3A5D1715525B}" type="sibTrans" cxnId="{3852BA18-5102-4DC7-B1A0-61E8031683CF}">
      <dgm:prSet/>
      <dgm:spPr/>
      <dgm:t>
        <a:bodyPr/>
        <a:lstStyle/>
        <a:p>
          <a:endParaRPr lang="en-US"/>
        </a:p>
      </dgm:t>
    </dgm:pt>
    <dgm:pt modelId="{223FB2D9-830E-4E54-AD64-14F3094ED9D2}">
      <dgm:prSet custT="1"/>
      <dgm:spPr>
        <a:solidFill>
          <a:schemeClr val="accent2">
            <a:lumMod val="40000"/>
            <a:lumOff val="60000"/>
            <a:alpha val="90000"/>
          </a:schemeClr>
        </a:solidFill>
      </dgm:spPr>
      <dgm:t>
        <a:bodyPr/>
        <a:lstStyle/>
        <a:p>
          <a:pPr>
            <a:buFont typeface="Wingdings" panose="05000000000000000000" pitchFamily="2" charset="2"/>
            <a:buChar char="q"/>
          </a:pPr>
          <a:r>
            <a:rPr lang="en-US" sz="1000" dirty="0"/>
            <a:t>   AUC-ROC</a:t>
          </a:r>
        </a:p>
      </dgm:t>
    </dgm:pt>
    <dgm:pt modelId="{3F1CBF08-6522-4928-A6E7-63C6DD516665}" type="parTrans" cxnId="{66EA8180-89A7-4C44-BA78-6534EEB2615D}">
      <dgm:prSet/>
      <dgm:spPr/>
      <dgm:t>
        <a:bodyPr/>
        <a:lstStyle/>
        <a:p>
          <a:endParaRPr lang="en-US"/>
        </a:p>
      </dgm:t>
    </dgm:pt>
    <dgm:pt modelId="{4CE8EA37-9052-4D05-B5DA-034BE65878D8}" type="sibTrans" cxnId="{66EA8180-89A7-4C44-BA78-6534EEB2615D}">
      <dgm:prSet/>
      <dgm:spPr/>
      <dgm:t>
        <a:bodyPr/>
        <a:lstStyle/>
        <a:p>
          <a:endParaRPr lang="en-US"/>
        </a:p>
      </dgm:t>
    </dgm:pt>
    <dgm:pt modelId="{ED47BFFB-5598-4887-9EAD-45BBD2E9F80B}">
      <dgm:prSet custT="1"/>
      <dgm:spPr>
        <a:solidFill>
          <a:schemeClr val="accent2">
            <a:lumMod val="40000"/>
            <a:lumOff val="60000"/>
            <a:alpha val="90000"/>
          </a:schemeClr>
        </a:solidFill>
      </dgm:spPr>
      <dgm:t>
        <a:bodyPr/>
        <a:lstStyle/>
        <a:p>
          <a:pPr>
            <a:buFont typeface="Wingdings" panose="05000000000000000000" pitchFamily="2" charset="2"/>
            <a:buChar char="q"/>
          </a:pPr>
          <a:r>
            <a:rPr lang="en-US" sz="1000" dirty="0"/>
            <a:t>   Sensitivity</a:t>
          </a:r>
        </a:p>
      </dgm:t>
    </dgm:pt>
    <dgm:pt modelId="{49BA8BF0-571C-48DB-8979-2B2A88489EF8}" type="parTrans" cxnId="{89C6DD2F-F90D-4F1A-B97D-B1CD1DF36644}">
      <dgm:prSet/>
      <dgm:spPr/>
      <dgm:t>
        <a:bodyPr/>
        <a:lstStyle/>
        <a:p>
          <a:endParaRPr lang="en-US"/>
        </a:p>
      </dgm:t>
    </dgm:pt>
    <dgm:pt modelId="{24563576-B28A-40F8-85B1-F772758FF9EF}" type="sibTrans" cxnId="{89C6DD2F-F90D-4F1A-B97D-B1CD1DF36644}">
      <dgm:prSet/>
      <dgm:spPr/>
      <dgm:t>
        <a:bodyPr/>
        <a:lstStyle/>
        <a:p>
          <a:endParaRPr lang="en-US"/>
        </a:p>
      </dgm:t>
    </dgm:pt>
    <dgm:pt modelId="{B18EBBF3-D37D-4CF5-8DAC-65F805679491}">
      <dgm:prSet custT="1"/>
      <dgm:spPr>
        <a:solidFill>
          <a:schemeClr val="accent2">
            <a:lumMod val="40000"/>
            <a:lumOff val="60000"/>
            <a:alpha val="90000"/>
          </a:schemeClr>
        </a:solidFill>
      </dgm:spPr>
      <dgm:t>
        <a:bodyPr/>
        <a:lstStyle/>
        <a:p>
          <a:pPr>
            <a:buFont typeface="Wingdings" panose="05000000000000000000" pitchFamily="2" charset="2"/>
            <a:buChar char="q"/>
          </a:pPr>
          <a:r>
            <a:rPr lang="en-US" sz="1000" dirty="0"/>
            <a:t>   Specificity</a:t>
          </a:r>
        </a:p>
      </dgm:t>
    </dgm:pt>
    <dgm:pt modelId="{89D62321-96C2-4BC8-A011-3886D83465F7}" type="parTrans" cxnId="{CA8F1137-381D-4530-A893-FB4529084035}">
      <dgm:prSet/>
      <dgm:spPr/>
      <dgm:t>
        <a:bodyPr/>
        <a:lstStyle/>
        <a:p>
          <a:endParaRPr lang="en-US"/>
        </a:p>
      </dgm:t>
    </dgm:pt>
    <dgm:pt modelId="{95EAF447-E363-4522-A134-913114AE4804}" type="sibTrans" cxnId="{CA8F1137-381D-4530-A893-FB4529084035}">
      <dgm:prSet/>
      <dgm:spPr/>
      <dgm:t>
        <a:bodyPr/>
        <a:lstStyle/>
        <a:p>
          <a:endParaRPr lang="en-US"/>
        </a:p>
      </dgm:t>
    </dgm:pt>
    <dgm:pt modelId="{9AC7ED63-E0E3-4873-8C59-4640683B4548}">
      <dgm:prSet custT="1"/>
      <dgm:spPr>
        <a:solidFill>
          <a:schemeClr val="accent2">
            <a:lumMod val="40000"/>
            <a:lumOff val="60000"/>
            <a:alpha val="90000"/>
          </a:schemeClr>
        </a:solidFill>
      </dgm:spPr>
      <dgm:t>
        <a:bodyPr/>
        <a:lstStyle/>
        <a:p>
          <a:pPr algn="l">
            <a:buFont typeface="Wingdings" panose="05000000000000000000" pitchFamily="2" charset="2"/>
            <a:buChar char="v"/>
          </a:pPr>
          <a:r>
            <a:rPr lang="en-US" sz="1000" dirty="0"/>
            <a:t>Gao, H. et al. (2015). High-throughput screening using patient-derived tumor xenografts to predict clinical trial drug </a:t>
          </a:r>
        </a:p>
      </dgm:t>
    </dgm:pt>
    <dgm:pt modelId="{4660F614-DDBC-4C58-BC4C-4800082FCCFC}" type="sibTrans" cxnId="{D253CBB3-FD4D-46E7-9E97-014381BF5D59}">
      <dgm:prSet/>
      <dgm:spPr/>
      <dgm:t>
        <a:bodyPr/>
        <a:lstStyle/>
        <a:p>
          <a:endParaRPr lang="en-US"/>
        </a:p>
      </dgm:t>
    </dgm:pt>
    <dgm:pt modelId="{BB6CC24A-1E4F-4C6E-BE64-BD02A69F2314}" type="parTrans" cxnId="{D253CBB3-FD4D-46E7-9E97-014381BF5D59}">
      <dgm:prSet/>
      <dgm:spPr/>
      <dgm:t>
        <a:bodyPr/>
        <a:lstStyle/>
        <a:p>
          <a:endParaRPr lang="en-US"/>
        </a:p>
      </dgm:t>
    </dgm:pt>
    <dgm:pt modelId="{CE7525D3-E349-4406-A95E-ADB9130AD955}">
      <dgm:prSet custT="1"/>
      <dgm:spPr/>
      <dgm:t>
        <a:bodyPr/>
        <a:lstStyle/>
        <a:p>
          <a:pPr algn="l">
            <a:buFont typeface="Wingdings" panose="05000000000000000000" pitchFamily="2" charset="2"/>
            <a:buNone/>
          </a:pPr>
          <a:r>
            <a:rPr lang="en-US" sz="1000" dirty="0"/>
            <a:t>	Response. Nature Medicine</a:t>
          </a:r>
        </a:p>
      </dgm:t>
    </dgm:pt>
    <dgm:pt modelId="{9D898003-1424-4464-876E-785470DD6095}" type="parTrans" cxnId="{AFE7FA06-1C52-4D3E-B5B9-AACE9603C8FC}">
      <dgm:prSet/>
      <dgm:spPr/>
      <dgm:t>
        <a:bodyPr/>
        <a:lstStyle/>
        <a:p>
          <a:endParaRPr lang="en-US"/>
        </a:p>
      </dgm:t>
    </dgm:pt>
    <dgm:pt modelId="{FDF7C3B2-714E-45C1-9C97-A0F14E25047F}" type="sibTrans" cxnId="{AFE7FA06-1C52-4D3E-B5B9-AACE9603C8FC}">
      <dgm:prSet/>
      <dgm:spPr/>
      <dgm:t>
        <a:bodyPr/>
        <a:lstStyle/>
        <a:p>
          <a:endParaRPr lang="en-US"/>
        </a:p>
      </dgm:t>
    </dgm:pt>
    <dgm:pt modelId="{526F3744-DC2B-4D08-AB64-229FB2046EA7}">
      <dgm:prSet custT="1"/>
      <dgm:spPr/>
      <dgm:t>
        <a:bodyPr/>
        <a:lstStyle/>
        <a:p>
          <a:pPr algn="l">
            <a:buFont typeface="Wingdings" panose="05000000000000000000" pitchFamily="2" charset="2"/>
            <a:buChar char="v"/>
          </a:pPr>
          <a:r>
            <a:rPr lang="en-US" sz="1000" dirty="0"/>
            <a:t>Yang, M. et al. (2020). Machine Learning for Drug Response Prediction in Cancer Therapy. Frontiers in Pharmacology.</a:t>
          </a:r>
        </a:p>
      </dgm:t>
    </dgm:pt>
    <dgm:pt modelId="{23D81287-53E0-4502-9865-CC1159853962}" type="parTrans" cxnId="{82F0FC14-9A0E-417B-B22A-829661995FAF}">
      <dgm:prSet/>
      <dgm:spPr/>
      <dgm:t>
        <a:bodyPr/>
        <a:lstStyle/>
        <a:p>
          <a:endParaRPr lang="en-US"/>
        </a:p>
      </dgm:t>
    </dgm:pt>
    <dgm:pt modelId="{F58F65B6-6EE3-442C-B7DF-14BA10C68AE2}" type="sibTrans" cxnId="{82F0FC14-9A0E-417B-B22A-829661995FAF}">
      <dgm:prSet/>
      <dgm:spPr/>
      <dgm:t>
        <a:bodyPr/>
        <a:lstStyle/>
        <a:p>
          <a:endParaRPr lang="en-US"/>
        </a:p>
      </dgm:t>
    </dgm:pt>
    <dgm:pt modelId="{6771721A-F464-4627-8DA6-C08CA538B468}">
      <dgm:prSet custT="1"/>
      <dgm:spPr>
        <a:solidFill>
          <a:schemeClr val="accent2">
            <a:lumMod val="40000"/>
            <a:lumOff val="60000"/>
            <a:alpha val="90000"/>
          </a:schemeClr>
        </a:solidFill>
      </dgm:spPr>
      <dgm:t>
        <a:bodyPr/>
        <a:lstStyle/>
        <a:p>
          <a:pPr algn="l">
            <a:buFont typeface="Wingdings" panose="05000000000000000000" pitchFamily="2" charset="2"/>
            <a:buChar char="ü"/>
          </a:pPr>
          <a:r>
            <a:rPr lang="en-US" sz="1000" dirty="0"/>
            <a:t>Hyper Parameter tuning</a:t>
          </a:r>
        </a:p>
      </dgm:t>
    </dgm:pt>
    <dgm:pt modelId="{DBF63E12-130F-440F-8275-FE489964F154}" type="parTrans" cxnId="{228844BB-FDF1-44FB-8648-96DFFD67FD53}">
      <dgm:prSet/>
      <dgm:spPr/>
      <dgm:t>
        <a:bodyPr/>
        <a:lstStyle/>
        <a:p>
          <a:endParaRPr lang="en-US"/>
        </a:p>
      </dgm:t>
    </dgm:pt>
    <dgm:pt modelId="{535E7AE0-4FDD-406D-9613-FE8F2075A012}" type="sibTrans" cxnId="{228844BB-FDF1-44FB-8648-96DFFD67FD53}">
      <dgm:prSet/>
      <dgm:spPr/>
      <dgm:t>
        <a:bodyPr/>
        <a:lstStyle/>
        <a:p>
          <a:endParaRPr lang="en-US"/>
        </a:p>
      </dgm:t>
    </dgm:pt>
    <dgm:pt modelId="{D8AB3505-7E83-4394-9836-3F9FE3512C60}">
      <dgm:prSet custT="1"/>
      <dgm:spPr>
        <a:solidFill>
          <a:schemeClr val="accent2">
            <a:lumMod val="40000"/>
            <a:lumOff val="60000"/>
            <a:alpha val="90000"/>
          </a:schemeClr>
        </a:solidFill>
      </dgm:spPr>
      <dgm:t>
        <a:bodyPr/>
        <a:lstStyle/>
        <a:p>
          <a:pPr algn="l">
            <a:buFont typeface="Wingdings" panose="05000000000000000000" pitchFamily="2" charset="2"/>
            <a:buChar char="ü"/>
          </a:pPr>
          <a:r>
            <a:rPr lang="en-US" sz="1000" dirty="0"/>
            <a:t>XG Boost</a:t>
          </a:r>
        </a:p>
      </dgm:t>
    </dgm:pt>
    <dgm:pt modelId="{D45871D6-EF54-447F-A7DA-29E375E28318}" type="parTrans" cxnId="{EF788867-5C9E-4837-8544-754D581BA491}">
      <dgm:prSet/>
      <dgm:spPr/>
      <dgm:t>
        <a:bodyPr/>
        <a:lstStyle/>
        <a:p>
          <a:endParaRPr lang="en-US"/>
        </a:p>
      </dgm:t>
    </dgm:pt>
    <dgm:pt modelId="{F72E2358-112C-4D43-9CE7-C0F5CFA66DFB}" type="sibTrans" cxnId="{EF788867-5C9E-4837-8544-754D581BA491}">
      <dgm:prSet/>
      <dgm:spPr/>
      <dgm:t>
        <a:bodyPr/>
        <a:lstStyle/>
        <a:p>
          <a:endParaRPr lang="en-US"/>
        </a:p>
      </dgm:t>
    </dgm:pt>
    <dgm:pt modelId="{2FEA9C56-2A1F-4EF6-9404-519BA775FED4}">
      <dgm:prSet custT="1"/>
      <dgm:spPr>
        <a:solidFill>
          <a:schemeClr val="accent2">
            <a:lumMod val="40000"/>
            <a:lumOff val="60000"/>
            <a:alpha val="90000"/>
          </a:schemeClr>
        </a:solidFill>
      </dgm:spPr>
      <dgm:t>
        <a:bodyPr/>
        <a:lstStyle/>
        <a:p>
          <a:pPr algn="l">
            <a:buFont typeface="Wingdings" panose="05000000000000000000" pitchFamily="2" charset="2"/>
            <a:buNone/>
          </a:pPr>
          <a:endParaRPr lang="en-US" sz="1000" dirty="0"/>
        </a:p>
      </dgm:t>
    </dgm:pt>
    <dgm:pt modelId="{3C3C592C-90A0-4559-A58C-682266D85119}" type="parTrans" cxnId="{B6140B38-1404-4E14-AD9B-CCD40A6D9F4D}">
      <dgm:prSet/>
      <dgm:spPr/>
      <dgm:t>
        <a:bodyPr/>
        <a:lstStyle/>
        <a:p>
          <a:endParaRPr lang="en-US"/>
        </a:p>
      </dgm:t>
    </dgm:pt>
    <dgm:pt modelId="{F1DD558C-F2AB-4973-BA98-0988F47C46F8}" type="sibTrans" cxnId="{B6140B38-1404-4E14-AD9B-CCD40A6D9F4D}">
      <dgm:prSet/>
      <dgm:spPr/>
      <dgm:t>
        <a:bodyPr/>
        <a:lstStyle/>
        <a:p>
          <a:endParaRPr lang="en-US"/>
        </a:p>
      </dgm:t>
    </dgm:pt>
    <dgm:pt modelId="{766F25C0-9838-42AA-9884-6EABC6259553}">
      <dgm:prSet custT="1"/>
      <dgm:spPr>
        <a:solidFill>
          <a:schemeClr val="accent2">
            <a:lumMod val="40000"/>
            <a:lumOff val="60000"/>
            <a:alpha val="90000"/>
          </a:schemeClr>
        </a:solidFill>
      </dgm:spPr>
      <dgm:t>
        <a:bodyPr/>
        <a:lstStyle/>
        <a:p>
          <a:pPr algn="l">
            <a:buFont typeface="Wingdings" panose="05000000000000000000" pitchFamily="2" charset="2"/>
            <a:buChar char="ü"/>
          </a:pPr>
          <a:r>
            <a:rPr lang="en-US" sz="1000" dirty="0"/>
            <a:t>Random Forest</a:t>
          </a:r>
        </a:p>
      </dgm:t>
    </dgm:pt>
    <dgm:pt modelId="{820A8681-BE98-4A31-BA28-01C100E3B6FA}" type="parTrans" cxnId="{5D022715-C464-433A-8644-3308F3A05B13}">
      <dgm:prSet/>
      <dgm:spPr/>
      <dgm:t>
        <a:bodyPr/>
        <a:lstStyle/>
        <a:p>
          <a:endParaRPr lang="en-US"/>
        </a:p>
      </dgm:t>
    </dgm:pt>
    <dgm:pt modelId="{5CA18C49-8939-4E9F-8B9A-206E01AC76FE}" type="sibTrans" cxnId="{5D022715-C464-433A-8644-3308F3A05B13}">
      <dgm:prSet/>
      <dgm:spPr/>
      <dgm:t>
        <a:bodyPr/>
        <a:lstStyle/>
        <a:p>
          <a:endParaRPr lang="en-US"/>
        </a:p>
      </dgm:t>
    </dgm:pt>
    <dgm:pt modelId="{B250B221-AC7B-4162-B09D-2259B0A235C6}">
      <dgm:prSet custT="1"/>
      <dgm:spPr>
        <a:solidFill>
          <a:schemeClr val="accent2">
            <a:lumMod val="40000"/>
            <a:lumOff val="60000"/>
            <a:alpha val="90000"/>
          </a:schemeClr>
        </a:solidFill>
      </dgm:spPr>
      <dgm:t>
        <a:bodyPr/>
        <a:lstStyle/>
        <a:p>
          <a:pPr algn="l">
            <a:buFont typeface="Wingdings" panose="05000000000000000000" pitchFamily="2" charset="2"/>
            <a:buChar char="ü"/>
          </a:pPr>
          <a:r>
            <a:rPr lang="en-US" sz="1000" dirty="0"/>
            <a:t>Feature engineering</a:t>
          </a:r>
        </a:p>
      </dgm:t>
    </dgm:pt>
    <dgm:pt modelId="{B66965A5-E09C-4972-A0A3-CE8476AC21EF}" type="sibTrans" cxnId="{8664BEDD-427B-4FE5-80FC-A5E657B1AD23}">
      <dgm:prSet/>
      <dgm:spPr/>
      <dgm:t>
        <a:bodyPr/>
        <a:lstStyle/>
        <a:p>
          <a:endParaRPr lang="en-US"/>
        </a:p>
      </dgm:t>
    </dgm:pt>
    <dgm:pt modelId="{FA4EDE3B-709C-4A4F-A836-B98EDC5E8A2A}" type="parTrans" cxnId="{8664BEDD-427B-4FE5-80FC-A5E657B1AD23}">
      <dgm:prSet/>
      <dgm:spPr/>
      <dgm:t>
        <a:bodyPr/>
        <a:lstStyle/>
        <a:p>
          <a:endParaRPr lang="en-US"/>
        </a:p>
      </dgm:t>
    </dgm:pt>
    <dgm:pt modelId="{55CCB104-E8B7-44FE-9C69-742855D86897}" type="pres">
      <dgm:prSet presAssocID="{7ED4E355-E2DA-442A-AABE-E1C8EE3E370F}" presName="Name0" presStyleCnt="0">
        <dgm:presLayoutVars>
          <dgm:dir/>
          <dgm:animLvl val="lvl"/>
          <dgm:resizeHandles val="exact"/>
        </dgm:presLayoutVars>
      </dgm:prSet>
      <dgm:spPr/>
    </dgm:pt>
    <dgm:pt modelId="{E407F45A-17BF-4CD8-8334-BE96F18319FA}" type="pres">
      <dgm:prSet presAssocID="{CEA7B01B-28FC-4ED3-B7BA-E09F6852779C}" presName="linNode" presStyleCnt="0"/>
      <dgm:spPr/>
    </dgm:pt>
    <dgm:pt modelId="{DD5423C7-C3DD-439B-AB55-5821E0DBDC63}" type="pres">
      <dgm:prSet presAssocID="{CEA7B01B-28FC-4ED3-B7BA-E09F6852779C}" presName="parentText" presStyleLbl="node1" presStyleIdx="0" presStyleCnt="5">
        <dgm:presLayoutVars>
          <dgm:chMax val="1"/>
          <dgm:bulletEnabled val="1"/>
        </dgm:presLayoutVars>
      </dgm:prSet>
      <dgm:spPr/>
    </dgm:pt>
    <dgm:pt modelId="{237BC43E-3B5E-4FE7-92B4-95E338CDD931}" type="pres">
      <dgm:prSet presAssocID="{CEA7B01B-28FC-4ED3-B7BA-E09F6852779C}" presName="descendantText" presStyleLbl="alignAccFollowNode1" presStyleIdx="0" presStyleCnt="5">
        <dgm:presLayoutVars>
          <dgm:bulletEnabled val="1"/>
        </dgm:presLayoutVars>
      </dgm:prSet>
      <dgm:spPr/>
    </dgm:pt>
    <dgm:pt modelId="{3DDC0BAA-8E05-4400-A035-84C5294908F8}" type="pres">
      <dgm:prSet presAssocID="{C43B34E4-84D7-4242-9F51-CDA44D5760E4}" presName="sp" presStyleCnt="0"/>
      <dgm:spPr/>
    </dgm:pt>
    <dgm:pt modelId="{0538CA0C-9A69-4561-99A1-288E810670A5}" type="pres">
      <dgm:prSet presAssocID="{53637F5F-3F49-40B7-81FC-E27B4A44E9A4}" presName="linNode" presStyleCnt="0"/>
      <dgm:spPr/>
    </dgm:pt>
    <dgm:pt modelId="{EBBFF934-D19B-4D7C-97F3-7F3E0037BD8E}" type="pres">
      <dgm:prSet presAssocID="{53637F5F-3F49-40B7-81FC-E27B4A44E9A4}" presName="parentText" presStyleLbl="node1" presStyleIdx="1" presStyleCnt="5">
        <dgm:presLayoutVars>
          <dgm:chMax val="1"/>
          <dgm:bulletEnabled val="1"/>
        </dgm:presLayoutVars>
      </dgm:prSet>
      <dgm:spPr/>
    </dgm:pt>
    <dgm:pt modelId="{A6F846D4-7668-4844-9D66-6A088AD9E8BF}" type="pres">
      <dgm:prSet presAssocID="{53637F5F-3F49-40B7-81FC-E27B4A44E9A4}" presName="descendantText" presStyleLbl="alignAccFollowNode1" presStyleIdx="1" presStyleCnt="5">
        <dgm:presLayoutVars>
          <dgm:bulletEnabled val="1"/>
        </dgm:presLayoutVars>
      </dgm:prSet>
      <dgm:spPr/>
    </dgm:pt>
    <dgm:pt modelId="{22BD236D-F75F-4442-9946-57BC2EE42B83}" type="pres">
      <dgm:prSet presAssocID="{F72EDD8E-0E43-4201-B5C1-E67B55FE7F9B}" presName="sp" presStyleCnt="0"/>
      <dgm:spPr/>
    </dgm:pt>
    <dgm:pt modelId="{41CA1FCD-41BB-4889-81D0-ECF8498C37C8}" type="pres">
      <dgm:prSet presAssocID="{8FD1DEB9-B788-4C74-8884-B4AF3FE7A8AA}" presName="linNode" presStyleCnt="0"/>
      <dgm:spPr/>
    </dgm:pt>
    <dgm:pt modelId="{D8C07A8B-DE6D-4E06-A115-B246A936B49A}" type="pres">
      <dgm:prSet presAssocID="{8FD1DEB9-B788-4C74-8884-B4AF3FE7A8AA}" presName="parentText" presStyleLbl="node1" presStyleIdx="2" presStyleCnt="5">
        <dgm:presLayoutVars>
          <dgm:chMax val="1"/>
          <dgm:bulletEnabled val="1"/>
        </dgm:presLayoutVars>
      </dgm:prSet>
      <dgm:spPr/>
    </dgm:pt>
    <dgm:pt modelId="{799CFEBE-4EFF-4954-B47E-E75A6D649A1F}" type="pres">
      <dgm:prSet presAssocID="{8FD1DEB9-B788-4C74-8884-B4AF3FE7A8AA}" presName="descendantText" presStyleLbl="alignAccFollowNode1" presStyleIdx="2" presStyleCnt="5">
        <dgm:presLayoutVars>
          <dgm:bulletEnabled val="1"/>
        </dgm:presLayoutVars>
      </dgm:prSet>
      <dgm:spPr/>
    </dgm:pt>
    <dgm:pt modelId="{C4B3578A-85A7-465A-A6BF-B3DB1D61C7C1}" type="pres">
      <dgm:prSet presAssocID="{0CCECDE4-90EB-4413-A4A9-57988B2B6D81}" presName="sp" presStyleCnt="0"/>
      <dgm:spPr/>
    </dgm:pt>
    <dgm:pt modelId="{6DD096CD-C2D4-4BDE-BC99-9F7525B96C52}" type="pres">
      <dgm:prSet presAssocID="{56AB8924-EE9F-44A3-8384-8BA27483E7FF}" presName="linNode" presStyleCnt="0"/>
      <dgm:spPr/>
    </dgm:pt>
    <dgm:pt modelId="{10428379-A5BB-44A8-8A18-F68E737EF504}" type="pres">
      <dgm:prSet presAssocID="{56AB8924-EE9F-44A3-8384-8BA27483E7FF}" presName="parentText" presStyleLbl="node1" presStyleIdx="3" presStyleCnt="5">
        <dgm:presLayoutVars>
          <dgm:chMax val="1"/>
          <dgm:bulletEnabled val="1"/>
        </dgm:presLayoutVars>
      </dgm:prSet>
      <dgm:spPr/>
    </dgm:pt>
    <dgm:pt modelId="{4ECCF56F-3F24-4426-9B72-3AC023CB33AE}" type="pres">
      <dgm:prSet presAssocID="{56AB8924-EE9F-44A3-8384-8BA27483E7FF}" presName="descendantText" presStyleLbl="alignAccFollowNode1" presStyleIdx="3" presStyleCnt="5">
        <dgm:presLayoutVars>
          <dgm:bulletEnabled val="1"/>
        </dgm:presLayoutVars>
      </dgm:prSet>
      <dgm:spPr/>
    </dgm:pt>
    <dgm:pt modelId="{9869F6E6-C15F-4969-A67D-B9F32C2BF31D}" type="pres">
      <dgm:prSet presAssocID="{1A4E2EE4-B301-4FB2-AEF0-9071BAAEF80B}" presName="sp" presStyleCnt="0"/>
      <dgm:spPr/>
    </dgm:pt>
    <dgm:pt modelId="{CC09039C-B026-499B-B2CF-FE79EC06D85D}" type="pres">
      <dgm:prSet presAssocID="{F916F118-439F-4863-8E60-70AF2023A212}" presName="linNode" presStyleCnt="0"/>
      <dgm:spPr/>
    </dgm:pt>
    <dgm:pt modelId="{4A797210-092E-4FFE-BA62-809D4DA758F1}" type="pres">
      <dgm:prSet presAssocID="{F916F118-439F-4863-8E60-70AF2023A212}" presName="parentText" presStyleLbl="node1" presStyleIdx="4" presStyleCnt="5">
        <dgm:presLayoutVars>
          <dgm:chMax val="1"/>
          <dgm:bulletEnabled val="1"/>
        </dgm:presLayoutVars>
      </dgm:prSet>
      <dgm:spPr/>
    </dgm:pt>
    <dgm:pt modelId="{894A21F4-FDDC-45FA-A994-9CB8BA8E1C50}" type="pres">
      <dgm:prSet presAssocID="{F916F118-439F-4863-8E60-70AF2023A212}" presName="descendantText" presStyleLbl="alignAccFollowNode1" presStyleIdx="4" presStyleCnt="5">
        <dgm:presLayoutVars>
          <dgm:bulletEnabled val="1"/>
        </dgm:presLayoutVars>
      </dgm:prSet>
      <dgm:spPr/>
    </dgm:pt>
  </dgm:ptLst>
  <dgm:cxnLst>
    <dgm:cxn modelId="{AFE7FA06-1C52-4D3E-B5B9-AACE9603C8FC}" srcId="{9AC7ED63-E0E3-4873-8C59-4640683B4548}" destId="{CE7525D3-E349-4406-A95E-ADB9130AD955}" srcOrd="0" destOrd="0" parTransId="{9D898003-1424-4464-876E-785470DD6095}" sibTransId="{FDF7C3B2-714E-45C1-9C97-A0F14E25047F}"/>
    <dgm:cxn modelId="{EE38710E-1BDF-4314-899A-E703EDD07B37}" type="presOf" srcId="{CEA7B01B-28FC-4ED3-B7BA-E09F6852779C}" destId="{DD5423C7-C3DD-439B-AB55-5821E0DBDC63}" srcOrd="0" destOrd="0" presId="urn:microsoft.com/office/officeart/2005/8/layout/vList5"/>
    <dgm:cxn modelId="{82F0FC14-9A0E-417B-B22A-829661995FAF}" srcId="{F916F118-439F-4863-8E60-70AF2023A212}" destId="{526F3744-DC2B-4D08-AB64-229FB2046EA7}" srcOrd="2" destOrd="0" parTransId="{23D81287-53E0-4502-9865-CC1159853962}" sibTransId="{F58F65B6-6EE3-442C-B7DF-14BA10C68AE2}"/>
    <dgm:cxn modelId="{5D022715-C464-433A-8644-3308F3A05B13}" srcId="{7350C62F-BB41-4B78-8223-31CE9471FE28}" destId="{766F25C0-9838-42AA-9884-6EABC6259553}" srcOrd="1" destOrd="0" parTransId="{820A8681-BE98-4A31-BA28-01C100E3B6FA}" sibTransId="{5CA18C49-8939-4E9F-8B9A-206E01AC76FE}"/>
    <dgm:cxn modelId="{9C937A15-0BE3-4B07-B77C-127A0C300DF5}" type="presOf" srcId="{8FD1DEB9-B788-4C74-8884-B4AF3FE7A8AA}" destId="{D8C07A8B-DE6D-4E06-A115-B246A936B49A}" srcOrd="0" destOrd="0" presId="urn:microsoft.com/office/officeart/2005/8/layout/vList5"/>
    <dgm:cxn modelId="{996A4916-EF13-40DB-A238-9D066CEEE1E5}" srcId="{7ED4E355-E2DA-442A-AABE-E1C8EE3E370F}" destId="{F916F118-439F-4863-8E60-70AF2023A212}" srcOrd="4" destOrd="0" parTransId="{F99E533A-8C17-481B-ABC0-F3409BF606E2}" sibTransId="{24711056-7421-404D-8C68-2E31F14CEBB4}"/>
    <dgm:cxn modelId="{3852BA18-5102-4DC7-B1A0-61E8031683CF}" srcId="{56AB8924-EE9F-44A3-8384-8BA27483E7FF}" destId="{95574A67-9197-4269-A374-36DFB7FFA309}" srcOrd="0" destOrd="0" parTransId="{ACE21F46-82DE-4C5F-813F-A6D76779ADB9}" sibTransId="{70EE5B97-FBCC-4C34-8D99-3A5D1715525B}"/>
    <dgm:cxn modelId="{1661AA23-56D8-44D7-9FD8-093B98CADD8C}" type="presOf" srcId="{D8AB3505-7E83-4394-9836-3F9FE3512C60}" destId="{799CFEBE-4EFF-4954-B47E-E75A6D649A1F}" srcOrd="0" destOrd="3" presId="urn:microsoft.com/office/officeart/2005/8/layout/vList5"/>
    <dgm:cxn modelId="{0AF26025-1E54-4BAF-9FCA-5CAB86A663D7}" srcId="{CEA7B01B-28FC-4ED3-B7BA-E09F6852779C}" destId="{2052540E-B5EB-4998-8493-1F9240754F05}" srcOrd="0" destOrd="0" parTransId="{B31FD803-CB23-40CE-9790-0D6170D99437}" sibTransId="{0D77ED7E-E56F-427F-917C-420F77B6A796}"/>
    <dgm:cxn modelId="{946D4A27-8D7A-47AE-8905-F7DB5EB6BEE8}" srcId="{7ED4E355-E2DA-442A-AABE-E1C8EE3E370F}" destId="{8FD1DEB9-B788-4C74-8884-B4AF3FE7A8AA}" srcOrd="2" destOrd="0" parTransId="{92396FB7-71F6-4194-9E0E-7C4709100CAD}" sibTransId="{0CCECDE4-90EB-4413-A4A9-57988B2B6D81}"/>
    <dgm:cxn modelId="{583E4B2A-BD47-414C-84E7-273CC3E43E64}" type="presOf" srcId="{B18EBBF3-D37D-4CF5-8DAC-65F805679491}" destId="{4ECCF56F-3F24-4426-9B72-3AC023CB33AE}" srcOrd="0" destOrd="3" presId="urn:microsoft.com/office/officeart/2005/8/layout/vList5"/>
    <dgm:cxn modelId="{89C6DD2F-F90D-4F1A-B97D-B1CD1DF36644}" srcId="{56AB8924-EE9F-44A3-8384-8BA27483E7FF}" destId="{ED47BFFB-5598-4887-9EAD-45BBD2E9F80B}" srcOrd="2" destOrd="0" parTransId="{49BA8BF0-571C-48DB-8979-2B2A88489EF8}" sibTransId="{24563576-B28A-40F8-85B1-F772758FF9EF}"/>
    <dgm:cxn modelId="{CA8F1137-381D-4530-A893-FB4529084035}" srcId="{56AB8924-EE9F-44A3-8384-8BA27483E7FF}" destId="{B18EBBF3-D37D-4CF5-8DAC-65F805679491}" srcOrd="3" destOrd="0" parTransId="{89D62321-96C2-4BC8-A011-3886D83465F7}" sibTransId="{95EAF447-E363-4522-A134-913114AE4804}"/>
    <dgm:cxn modelId="{B6140B38-1404-4E14-AD9B-CCD40A6D9F4D}" srcId="{8FD1DEB9-B788-4C74-8884-B4AF3FE7A8AA}" destId="{2FEA9C56-2A1F-4EF6-9404-519BA775FED4}" srcOrd="1" destOrd="0" parTransId="{3C3C592C-90A0-4559-A58C-682266D85119}" sibTransId="{F1DD558C-F2AB-4973-BA98-0988F47C46F8}"/>
    <dgm:cxn modelId="{4E89435C-24B4-459D-8255-2ED146E1804C}" srcId="{53637F5F-3F49-40B7-81FC-E27B4A44E9A4}" destId="{4995090D-A377-4E2B-A560-FF0DF6CBBB4B}" srcOrd="0" destOrd="0" parTransId="{0A3A4369-E694-4BC2-833C-5572A284C3C4}" sibTransId="{9F509C6B-9782-4E5C-8C33-EFB86697A2CD}"/>
    <dgm:cxn modelId="{BAD05D42-2D14-4285-A710-F715C8AA9A61}" type="presOf" srcId="{766F25C0-9838-42AA-9884-6EABC6259553}" destId="{799CFEBE-4EFF-4954-B47E-E75A6D649A1F}" srcOrd="0" destOrd="2" presId="urn:microsoft.com/office/officeart/2005/8/layout/vList5"/>
    <dgm:cxn modelId="{4CB3DE66-3021-4CB7-8900-8422DB14FC11}" srcId="{7ED4E355-E2DA-442A-AABE-E1C8EE3E370F}" destId="{CEA7B01B-28FC-4ED3-B7BA-E09F6852779C}" srcOrd="0" destOrd="0" parTransId="{D5C0B0AD-128E-43C3-A6AB-F2A7A7E80A0B}" sibTransId="{C43B34E4-84D7-4242-9F51-CDA44D5760E4}"/>
    <dgm:cxn modelId="{EF788867-5C9E-4837-8544-754D581BA491}" srcId="{7350C62F-BB41-4B78-8223-31CE9471FE28}" destId="{D8AB3505-7E83-4394-9836-3F9FE3512C60}" srcOrd="2" destOrd="0" parTransId="{D45871D6-EF54-447F-A7DA-29E375E28318}" sibTransId="{F72E2358-112C-4D43-9CE7-C0F5CFA66DFB}"/>
    <dgm:cxn modelId="{7CA56B68-B609-46D3-BDAE-65DD8A5A0E5B}" srcId="{F916F118-439F-4863-8E60-70AF2023A212}" destId="{FA1B2DA8-2C61-4759-AC4B-2DB468887F9B}" srcOrd="0" destOrd="0" parTransId="{E17E5F7C-33E4-49A4-897F-D4F51C03414F}" sibTransId="{71F0BB2D-4474-4EA8-82F8-96216956F508}"/>
    <dgm:cxn modelId="{EA26CC4A-3835-4331-9E95-398BEC92A66F}" type="presOf" srcId="{53637F5F-3F49-40B7-81FC-E27B4A44E9A4}" destId="{EBBFF934-D19B-4D7C-97F3-7F3E0037BD8E}" srcOrd="0" destOrd="0" presId="urn:microsoft.com/office/officeart/2005/8/layout/vList5"/>
    <dgm:cxn modelId="{E741E96E-4D93-4A71-81F3-B0D280894758}" type="presOf" srcId="{7350C62F-BB41-4B78-8223-31CE9471FE28}" destId="{799CFEBE-4EFF-4954-B47E-E75A6D649A1F}" srcOrd="0" destOrd="0" presId="urn:microsoft.com/office/officeart/2005/8/layout/vList5"/>
    <dgm:cxn modelId="{1249D954-036A-421B-9183-665EDBDD35C3}" type="presOf" srcId="{4995090D-A377-4E2B-A560-FF0DF6CBBB4B}" destId="{A6F846D4-7668-4844-9D66-6A088AD9E8BF}" srcOrd="0" destOrd="0" presId="urn:microsoft.com/office/officeart/2005/8/layout/vList5"/>
    <dgm:cxn modelId="{19BAC57D-324E-4A4F-AEC7-5040D61C8C29}" type="presOf" srcId="{9AC7ED63-E0E3-4873-8C59-4640683B4548}" destId="{894A21F4-FDDC-45FA-A994-9CB8BA8E1C50}" srcOrd="0" destOrd="1" presId="urn:microsoft.com/office/officeart/2005/8/layout/vList5"/>
    <dgm:cxn modelId="{66EA8180-89A7-4C44-BA78-6534EEB2615D}" srcId="{56AB8924-EE9F-44A3-8384-8BA27483E7FF}" destId="{223FB2D9-830E-4E54-AD64-14F3094ED9D2}" srcOrd="1" destOrd="0" parTransId="{3F1CBF08-6522-4928-A6E7-63C6DD516665}" sibTransId="{4CE8EA37-9052-4D05-B5DA-034BE65878D8}"/>
    <dgm:cxn modelId="{ED6D8C8A-8A46-4A50-8879-E508A173EEF0}" type="presOf" srcId="{2052540E-B5EB-4998-8493-1F9240754F05}" destId="{237BC43E-3B5E-4FE7-92B4-95E338CDD931}" srcOrd="0" destOrd="0" presId="urn:microsoft.com/office/officeart/2005/8/layout/vList5"/>
    <dgm:cxn modelId="{DAAEDC8D-F3D5-42D6-8545-339AD75978FA}" type="presOf" srcId="{ED47BFFB-5598-4887-9EAD-45BBD2E9F80B}" destId="{4ECCF56F-3F24-4426-9B72-3AC023CB33AE}" srcOrd="0" destOrd="2" presId="urn:microsoft.com/office/officeart/2005/8/layout/vList5"/>
    <dgm:cxn modelId="{9356E58F-9BCD-426A-9F0F-6A0F15941FC2}" type="presOf" srcId="{F916F118-439F-4863-8E60-70AF2023A212}" destId="{4A797210-092E-4FFE-BA62-809D4DA758F1}" srcOrd="0" destOrd="0" presId="urn:microsoft.com/office/officeart/2005/8/layout/vList5"/>
    <dgm:cxn modelId="{F45D9B9B-6363-4512-BDE3-B250B503FE96}" type="presOf" srcId="{B250B221-AC7B-4162-B09D-2259B0A235C6}" destId="{799CFEBE-4EFF-4954-B47E-E75A6D649A1F}" srcOrd="0" destOrd="1" presId="urn:microsoft.com/office/officeart/2005/8/layout/vList5"/>
    <dgm:cxn modelId="{7488F19F-5004-4B4B-983D-B876A954163B}" type="presOf" srcId="{56AB8924-EE9F-44A3-8384-8BA27483E7FF}" destId="{10428379-A5BB-44A8-8A18-F68E737EF504}" srcOrd="0" destOrd="0" presId="urn:microsoft.com/office/officeart/2005/8/layout/vList5"/>
    <dgm:cxn modelId="{D253CBB3-FD4D-46E7-9E97-014381BF5D59}" srcId="{F916F118-439F-4863-8E60-70AF2023A212}" destId="{9AC7ED63-E0E3-4873-8C59-4640683B4548}" srcOrd="1" destOrd="0" parTransId="{BB6CC24A-1E4F-4C6E-BE64-BD02A69F2314}" sibTransId="{4660F614-DDBC-4C58-BC4C-4800082FCCFC}"/>
    <dgm:cxn modelId="{29711DB5-522D-4EFB-9C5A-772EFEC3CEF5}" type="presOf" srcId="{CE7525D3-E349-4406-A95E-ADB9130AD955}" destId="{894A21F4-FDDC-45FA-A994-9CB8BA8E1C50}" srcOrd="0" destOrd="2" presId="urn:microsoft.com/office/officeart/2005/8/layout/vList5"/>
    <dgm:cxn modelId="{228844BB-FDF1-44FB-8648-96DFFD67FD53}" srcId="{7350C62F-BB41-4B78-8223-31CE9471FE28}" destId="{6771721A-F464-4627-8DA6-C08CA538B468}" srcOrd="3" destOrd="0" parTransId="{DBF63E12-130F-440F-8275-FE489964F154}" sibTransId="{535E7AE0-4FDD-406D-9613-FE8F2075A012}"/>
    <dgm:cxn modelId="{323B09C7-A90D-4A0A-995A-7B770F28D9C1}" type="presOf" srcId="{FA1B2DA8-2C61-4759-AC4B-2DB468887F9B}" destId="{894A21F4-FDDC-45FA-A994-9CB8BA8E1C50}" srcOrd="0" destOrd="0" presId="urn:microsoft.com/office/officeart/2005/8/layout/vList5"/>
    <dgm:cxn modelId="{915F21CB-4654-426C-9F15-5E79590BF675}" srcId="{8FD1DEB9-B788-4C74-8884-B4AF3FE7A8AA}" destId="{7350C62F-BB41-4B78-8223-31CE9471FE28}" srcOrd="0" destOrd="0" parTransId="{1BAA016F-AE6D-4A82-AF85-C4D214228E0C}" sibTransId="{2F34A6D7-8455-43F0-B764-699FB59EE453}"/>
    <dgm:cxn modelId="{4A22C8D3-C573-43B4-B0CE-9F4ABEAD4FA5}" type="presOf" srcId="{7ED4E355-E2DA-442A-AABE-E1C8EE3E370F}" destId="{55CCB104-E8B7-44FE-9C69-742855D86897}" srcOrd="0" destOrd="0" presId="urn:microsoft.com/office/officeart/2005/8/layout/vList5"/>
    <dgm:cxn modelId="{A1EAE4D3-ADAA-4FD1-AE80-4EAF7EB11B3A}" type="presOf" srcId="{6771721A-F464-4627-8DA6-C08CA538B468}" destId="{799CFEBE-4EFF-4954-B47E-E75A6D649A1F}" srcOrd="0" destOrd="4" presId="urn:microsoft.com/office/officeart/2005/8/layout/vList5"/>
    <dgm:cxn modelId="{512ABCD4-39B7-430F-8319-DBE02FBF4059}" type="presOf" srcId="{2FEA9C56-2A1F-4EF6-9404-519BA775FED4}" destId="{799CFEBE-4EFF-4954-B47E-E75A6D649A1F}" srcOrd="0" destOrd="5" presId="urn:microsoft.com/office/officeart/2005/8/layout/vList5"/>
    <dgm:cxn modelId="{C7DD4FD5-8F57-43E5-B5CE-DDCCBF1D6166}" srcId="{7ED4E355-E2DA-442A-AABE-E1C8EE3E370F}" destId="{53637F5F-3F49-40B7-81FC-E27B4A44E9A4}" srcOrd="1" destOrd="0" parTransId="{2A16547E-4494-47DC-8D1E-1275D94A00C5}" sibTransId="{F72EDD8E-0E43-4201-B5C1-E67B55FE7F9B}"/>
    <dgm:cxn modelId="{9B0909D8-AED6-4072-AA4B-7E6C9BE02A49}" type="presOf" srcId="{223FB2D9-830E-4E54-AD64-14F3094ED9D2}" destId="{4ECCF56F-3F24-4426-9B72-3AC023CB33AE}" srcOrd="0" destOrd="1" presId="urn:microsoft.com/office/officeart/2005/8/layout/vList5"/>
    <dgm:cxn modelId="{8664BEDD-427B-4FE5-80FC-A5E657B1AD23}" srcId="{7350C62F-BB41-4B78-8223-31CE9471FE28}" destId="{B250B221-AC7B-4162-B09D-2259B0A235C6}" srcOrd="0" destOrd="0" parTransId="{FA4EDE3B-709C-4A4F-A836-B98EDC5E8A2A}" sibTransId="{B66965A5-E09C-4972-A0A3-CE8476AC21EF}"/>
    <dgm:cxn modelId="{4A9FE8DE-6615-4610-AFE1-2A193CCDD796}" type="presOf" srcId="{526F3744-DC2B-4D08-AB64-229FB2046EA7}" destId="{894A21F4-FDDC-45FA-A994-9CB8BA8E1C50}" srcOrd="0" destOrd="3" presId="urn:microsoft.com/office/officeart/2005/8/layout/vList5"/>
    <dgm:cxn modelId="{58D4BBEB-368D-4AF2-95EA-F5CE5DD4C69A}" srcId="{7ED4E355-E2DA-442A-AABE-E1C8EE3E370F}" destId="{56AB8924-EE9F-44A3-8384-8BA27483E7FF}" srcOrd="3" destOrd="0" parTransId="{8868AEF7-7635-4375-A6E4-6A576D41330D}" sibTransId="{1A4E2EE4-B301-4FB2-AEF0-9071BAAEF80B}"/>
    <dgm:cxn modelId="{07F7CFEF-B04C-429C-A0DD-CFD2A618682F}" type="presOf" srcId="{95574A67-9197-4269-A374-36DFB7FFA309}" destId="{4ECCF56F-3F24-4426-9B72-3AC023CB33AE}" srcOrd="0" destOrd="0" presId="urn:microsoft.com/office/officeart/2005/8/layout/vList5"/>
    <dgm:cxn modelId="{A322350F-C4AB-4FE9-96E5-E71CFBB87B19}" type="presParOf" srcId="{55CCB104-E8B7-44FE-9C69-742855D86897}" destId="{E407F45A-17BF-4CD8-8334-BE96F18319FA}" srcOrd="0" destOrd="0" presId="urn:microsoft.com/office/officeart/2005/8/layout/vList5"/>
    <dgm:cxn modelId="{29E7C1EC-B20B-4803-B477-9170C6F82ED5}" type="presParOf" srcId="{E407F45A-17BF-4CD8-8334-BE96F18319FA}" destId="{DD5423C7-C3DD-439B-AB55-5821E0DBDC63}" srcOrd="0" destOrd="0" presId="urn:microsoft.com/office/officeart/2005/8/layout/vList5"/>
    <dgm:cxn modelId="{F2C751DB-7B7F-423C-AEA2-1E1BEAE7A644}" type="presParOf" srcId="{E407F45A-17BF-4CD8-8334-BE96F18319FA}" destId="{237BC43E-3B5E-4FE7-92B4-95E338CDD931}" srcOrd="1" destOrd="0" presId="urn:microsoft.com/office/officeart/2005/8/layout/vList5"/>
    <dgm:cxn modelId="{3DF682C8-86AF-4ED4-B388-2265503160E0}" type="presParOf" srcId="{55CCB104-E8B7-44FE-9C69-742855D86897}" destId="{3DDC0BAA-8E05-4400-A035-84C5294908F8}" srcOrd="1" destOrd="0" presId="urn:microsoft.com/office/officeart/2005/8/layout/vList5"/>
    <dgm:cxn modelId="{2671D0EE-CD89-4C9D-B028-8464C9522A1A}" type="presParOf" srcId="{55CCB104-E8B7-44FE-9C69-742855D86897}" destId="{0538CA0C-9A69-4561-99A1-288E810670A5}" srcOrd="2" destOrd="0" presId="urn:microsoft.com/office/officeart/2005/8/layout/vList5"/>
    <dgm:cxn modelId="{7C506642-A8BA-40F7-9119-25B980453F65}" type="presParOf" srcId="{0538CA0C-9A69-4561-99A1-288E810670A5}" destId="{EBBFF934-D19B-4D7C-97F3-7F3E0037BD8E}" srcOrd="0" destOrd="0" presId="urn:microsoft.com/office/officeart/2005/8/layout/vList5"/>
    <dgm:cxn modelId="{FC977D31-589F-41C7-B627-CDBB919E2E87}" type="presParOf" srcId="{0538CA0C-9A69-4561-99A1-288E810670A5}" destId="{A6F846D4-7668-4844-9D66-6A088AD9E8BF}" srcOrd="1" destOrd="0" presId="urn:microsoft.com/office/officeart/2005/8/layout/vList5"/>
    <dgm:cxn modelId="{E2E870FC-6C3C-449B-AA70-73E1F1174AE1}" type="presParOf" srcId="{55CCB104-E8B7-44FE-9C69-742855D86897}" destId="{22BD236D-F75F-4442-9946-57BC2EE42B83}" srcOrd="3" destOrd="0" presId="urn:microsoft.com/office/officeart/2005/8/layout/vList5"/>
    <dgm:cxn modelId="{212762AD-0ECD-4A87-9377-EE2401B9E7A2}" type="presParOf" srcId="{55CCB104-E8B7-44FE-9C69-742855D86897}" destId="{41CA1FCD-41BB-4889-81D0-ECF8498C37C8}" srcOrd="4" destOrd="0" presId="urn:microsoft.com/office/officeart/2005/8/layout/vList5"/>
    <dgm:cxn modelId="{D6BD5C85-8EDA-4F43-BCFB-4A222DBDEB68}" type="presParOf" srcId="{41CA1FCD-41BB-4889-81D0-ECF8498C37C8}" destId="{D8C07A8B-DE6D-4E06-A115-B246A936B49A}" srcOrd="0" destOrd="0" presId="urn:microsoft.com/office/officeart/2005/8/layout/vList5"/>
    <dgm:cxn modelId="{BEABC85A-EF34-45CF-AE95-EC5A6B4C6600}" type="presParOf" srcId="{41CA1FCD-41BB-4889-81D0-ECF8498C37C8}" destId="{799CFEBE-4EFF-4954-B47E-E75A6D649A1F}" srcOrd="1" destOrd="0" presId="urn:microsoft.com/office/officeart/2005/8/layout/vList5"/>
    <dgm:cxn modelId="{289F9710-1FCF-4EAD-A1C0-9A395637EFF9}" type="presParOf" srcId="{55CCB104-E8B7-44FE-9C69-742855D86897}" destId="{C4B3578A-85A7-465A-A6BF-B3DB1D61C7C1}" srcOrd="5" destOrd="0" presId="urn:microsoft.com/office/officeart/2005/8/layout/vList5"/>
    <dgm:cxn modelId="{C2FDB956-AC20-4657-A8E4-88BE7AC01C1D}" type="presParOf" srcId="{55CCB104-E8B7-44FE-9C69-742855D86897}" destId="{6DD096CD-C2D4-4BDE-BC99-9F7525B96C52}" srcOrd="6" destOrd="0" presId="urn:microsoft.com/office/officeart/2005/8/layout/vList5"/>
    <dgm:cxn modelId="{8D14E5C4-3BFA-49AA-A0AC-3AE99A87D600}" type="presParOf" srcId="{6DD096CD-C2D4-4BDE-BC99-9F7525B96C52}" destId="{10428379-A5BB-44A8-8A18-F68E737EF504}" srcOrd="0" destOrd="0" presId="urn:microsoft.com/office/officeart/2005/8/layout/vList5"/>
    <dgm:cxn modelId="{286B523E-B27D-4CD7-996F-883947B15664}" type="presParOf" srcId="{6DD096CD-C2D4-4BDE-BC99-9F7525B96C52}" destId="{4ECCF56F-3F24-4426-9B72-3AC023CB33AE}" srcOrd="1" destOrd="0" presId="urn:microsoft.com/office/officeart/2005/8/layout/vList5"/>
    <dgm:cxn modelId="{960C93A9-9C59-4E62-B837-CEFA80A7BEFA}" type="presParOf" srcId="{55CCB104-E8B7-44FE-9C69-742855D86897}" destId="{9869F6E6-C15F-4969-A67D-B9F32C2BF31D}" srcOrd="7" destOrd="0" presId="urn:microsoft.com/office/officeart/2005/8/layout/vList5"/>
    <dgm:cxn modelId="{1AEEE8BD-FE6F-45F8-B096-FFB6AC2F5207}" type="presParOf" srcId="{55CCB104-E8B7-44FE-9C69-742855D86897}" destId="{CC09039C-B026-499B-B2CF-FE79EC06D85D}" srcOrd="8" destOrd="0" presId="urn:microsoft.com/office/officeart/2005/8/layout/vList5"/>
    <dgm:cxn modelId="{82DE9E8D-A7A3-4E33-B08E-201B9A6BB4FD}" type="presParOf" srcId="{CC09039C-B026-499B-B2CF-FE79EC06D85D}" destId="{4A797210-092E-4FFE-BA62-809D4DA758F1}" srcOrd="0" destOrd="0" presId="urn:microsoft.com/office/officeart/2005/8/layout/vList5"/>
    <dgm:cxn modelId="{A5286B07-C236-41F1-B272-798101A0E233}" type="presParOf" srcId="{CC09039C-B026-499B-B2CF-FE79EC06D85D}" destId="{894A21F4-FDDC-45FA-A994-9CB8BA8E1C50}"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7BC43E-3B5E-4FE7-92B4-95E338CDD931}">
      <dsp:nvSpPr>
        <dsp:cNvPr id="0" name=""/>
        <dsp:cNvSpPr/>
      </dsp:nvSpPr>
      <dsp:spPr>
        <a:xfrm rot="5400000">
          <a:off x="7016270" y="-2997645"/>
          <a:ext cx="774723" cy="696812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Font typeface="Wingdings" panose="05000000000000000000" pitchFamily="2" charset="2"/>
            <a:buChar char="Ø"/>
          </a:pPr>
          <a:r>
            <a:rPr lang="en-US" sz="1000" b="1" i="0" kern="1200" dirty="0"/>
            <a:t>Medical image Diagnosis(X-ray) with CNN &amp; Transfer Learning</a:t>
          </a:r>
          <a:endParaRPr lang="en-US" sz="1000" kern="1200" dirty="0"/>
        </a:p>
        <a:p>
          <a:pPr marL="114300" lvl="2" indent="-57150" algn="l" defTabSz="444500">
            <a:lnSpc>
              <a:spcPct val="90000"/>
            </a:lnSpc>
            <a:spcBef>
              <a:spcPct val="0"/>
            </a:spcBef>
            <a:spcAft>
              <a:spcPct val="15000"/>
            </a:spcAft>
            <a:buFont typeface="Wingdings" panose="05000000000000000000" pitchFamily="2" charset="2"/>
            <a:buChar char="§"/>
          </a:pPr>
          <a:r>
            <a:rPr lang="en-US" sz="1000" i="1" kern="1200" dirty="0"/>
            <a:t>pneumonia detection on the Chest X-ray Pneumonia dataset</a:t>
          </a:r>
        </a:p>
      </dsp:txBody>
      <dsp:txXfrm rot="-5400000">
        <a:off x="3919570" y="136874"/>
        <a:ext cx="6930305" cy="699085"/>
      </dsp:txXfrm>
    </dsp:sp>
    <dsp:sp modelId="{DD5423C7-C3DD-439B-AB55-5821E0DBDC63}">
      <dsp:nvSpPr>
        <dsp:cNvPr id="0" name=""/>
        <dsp:cNvSpPr/>
      </dsp:nvSpPr>
      <dsp:spPr>
        <a:xfrm>
          <a:off x="0" y="2214"/>
          <a:ext cx="3919570" cy="96840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Problem statement</a:t>
          </a:r>
          <a:endParaRPr lang="en-US" sz="2400" kern="1200" dirty="0"/>
        </a:p>
      </dsp:txBody>
      <dsp:txXfrm>
        <a:off x="47274" y="49488"/>
        <a:ext cx="3825022" cy="873856"/>
      </dsp:txXfrm>
    </dsp:sp>
    <dsp:sp modelId="{A6F846D4-7668-4844-9D66-6A088AD9E8BF}">
      <dsp:nvSpPr>
        <dsp:cNvPr id="0" name=""/>
        <dsp:cNvSpPr/>
      </dsp:nvSpPr>
      <dsp:spPr>
        <a:xfrm rot="5400000">
          <a:off x="7016270" y="-1980821"/>
          <a:ext cx="774723" cy="696812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Font typeface="Wingdings" panose="05000000000000000000" pitchFamily="2" charset="2"/>
            <a:buChar char="Ø"/>
          </a:pPr>
          <a:r>
            <a:rPr lang="en-US" sz="1000" b="0" i="0" kern="1200" dirty="0"/>
            <a:t>The dataset is organized into 3 folders (train, test, </a:t>
          </a:r>
          <a:r>
            <a:rPr lang="en-US" sz="1000" b="0" i="0" kern="1200" dirty="0" err="1"/>
            <a:t>val</a:t>
          </a:r>
          <a:r>
            <a:rPr lang="en-US" sz="1000" b="0" i="0" kern="1200" dirty="0"/>
            <a:t>) and contains subfolders for each image category (Pneumonia/Normal). There are 5,863 X-Ray images (JPEG) and 2 categories (Pneumonia/Normal). Chest X-ray images (anterior-posterior) were selected from retrospective cohorts of pediatric patients of one to five years old from Guangzhou Women and Children’s Medical Center, Guangzhou</a:t>
          </a:r>
          <a:r>
            <a:rPr lang="en-US" sz="1000" b="1" i="0" kern="1200" dirty="0"/>
            <a:t>(https://data.mendeley.com/datasets/rscbjbr9sj/2)</a:t>
          </a:r>
          <a:endParaRPr lang="en-US" sz="1000" b="1" kern="1200" dirty="0"/>
        </a:p>
      </dsp:txBody>
      <dsp:txXfrm rot="-5400000">
        <a:off x="3919570" y="1153698"/>
        <a:ext cx="6930305" cy="699085"/>
      </dsp:txXfrm>
    </dsp:sp>
    <dsp:sp modelId="{EBBFF934-D19B-4D7C-97F3-7F3E0037BD8E}">
      <dsp:nvSpPr>
        <dsp:cNvPr id="0" name=""/>
        <dsp:cNvSpPr/>
      </dsp:nvSpPr>
      <dsp:spPr>
        <a:xfrm>
          <a:off x="0" y="1019039"/>
          <a:ext cx="3919570" cy="96840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Dataset</a:t>
          </a:r>
        </a:p>
      </dsp:txBody>
      <dsp:txXfrm>
        <a:off x="47274" y="1066313"/>
        <a:ext cx="3825022" cy="873856"/>
      </dsp:txXfrm>
    </dsp:sp>
    <dsp:sp modelId="{799CFEBE-4EFF-4954-B47E-E75A6D649A1F}">
      <dsp:nvSpPr>
        <dsp:cNvPr id="0" name=""/>
        <dsp:cNvSpPr/>
      </dsp:nvSpPr>
      <dsp:spPr>
        <a:xfrm rot="5400000">
          <a:off x="7016270" y="-963996"/>
          <a:ext cx="774723" cy="696812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Font typeface="Wingdings" panose="05000000000000000000" pitchFamily="2" charset="2"/>
            <a:buChar char="q"/>
          </a:pPr>
          <a:r>
            <a:rPr lang="en-US" sz="1000" kern="1200" dirty="0"/>
            <a:t>  Input image processing</a:t>
          </a:r>
        </a:p>
        <a:p>
          <a:pPr marL="57150" lvl="1" indent="-57150" algn="l" defTabSz="444500">
            <a:lnSpc>
              <a:spcPct val="90000"/>
            </a:lnSpc>
            <a:spcBef>
              <a:spcPct val="0"/>
            </a:spcBef>
            <a:spcAft>
              <a:spcPct val="15000"/>
            </a:spcAft>
            <a:buFont typeface="Wingdings" panose="05000000000000000000" pitchFamily="2" charset="2"/>
            <a:buChar char="q"/>
          </a:pPr>
          <a:r>
            <a:rPr lang="en-US" sz="1000" kern="1200" dirty="0"/>
            <a:t>  CNN/Res Net</a:t>
          </a:r>
        </a:p>
        <a:p>
          <a:pPr marL="57150" lvl="1" indent="-57150" algn="l" defTabSz="444500">
            <a:lnSpc>
              <a:spcPct val="90000"/>
            </a:lnSpc>
            <a:spcBef>
              <a:spcPct val="0"/>
            </a:spcBef>
            <a:spcAft>
              <a:spcPct val="15000"/>
            </a:spcAft>
            <a:buFont typeface="Wingdings" panose="05000000000000000000" pitchFamily="2" charset="2"/>
            <a:buChar char="q"/>
          </a:pPr>
          <a:r>
            <a:rPr lang="en-US" sz="1000" kern="1200" dirty="0"/>
            <a:t>  Softmax/relu/sigmoid</a:t>
          </a:r>
        </a:p>
        <a:p>
          <a:pPr marL="57150" lvl="1" indent="-57150" algn="l" defTabSz="444500">
            <a:lnSpc>
              <a:spcPct val="90000"/>
            </a:lnSpc>
            <a:spcBef>
              <a:spcPct val="0"/>
            </a:spcBef>
            <a:spcAft>
              <a:spcPct val="15000"/>
            </a:spcAft>
            <a:buFont typeface="Wingdings" panose="05000000000000000000" pitchFamily="2" charset="2"/>
            <a:buChar char="q"/>
          </a:pPr>
          <a:r>
            <a:rPr lang="en-US" sz="1000" kern="1200" dirty="0"/>
            <a:t>  Transfer learning</a:t>
          </a:r>
        </a:p>
      </dsp:txBody>
      <dsp:txXfrm rot="-5400000">
        <a:off x="3919570" y="2170523"/>
        <a:ext cx="6930305" cy="699085"/>
      </dsp:txXfrm>
    </dsp:sp>
    <dsp:sp modelId="{D8C07A8B-DE6D-4E06-A115-B246A936B49A}">
      <dsp:nvSpPr>
        <dsp:cNvPr id="0" name=""/>
        <dsp:cNvSpPr/>
      </dsp:nvSpPr>
      <dsp:spPr>
        <a:xfrm>
          <a:off x="0" y="2035863"/>
          <a:ext cx="3919570" cy="96840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Technologies</a:t>
          </a:r>
        </a:p>
      </dsp:txBody>
      <dsp:txXfrm>
        <a:off x="47274" y="2083137"/>
        <a:ext cx="3825022" cy="873856"/>
      </dsp:txXfrm>
    </dsp:sp>
    <dsp:sp modelId="{4ECCF56F-3F24-4426-9B72-3AC023CB33AE}">
      <dsp:nvSpPr>
        <dsp:cNvPr id="0" name=""/>
        <dsp:cNvSpPr/>
      </dsp:nvSpPr>
      <dsp:spPr>
        <a:xfrm rot="5400000">
          <a:off x="7016270" y="52827"/>
          <a:ext cx="774723" cy="696812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US" sz="1000" kern="1200" dirty="0"/>
            <a:t>  Accuracy</a:t>
          </a:r>
          <a:endParaRPr lang="en-US" sz="3200" b="1" kern="1200" dirty="0"/>
        </a:p>
        <a:p>
          <a:pPr marL="57150" lvl="1" indent="-57150" algn="l" defTabSz="444500">
            <a:lnSpc>
              <a:spcPct val="90000"/>
            </a:lnSpc>
            <a:spcBef>
              <a:spcPct val="0"/>
            </a:spcBef>
            <a:spcAft>
              <a:spcPct val="15000"/>
            </a:spcAft>
            <a:buChar char="•"/>
          </a:pPr>
          <a:r>
            <a:rPr lang="en-US" sz="1000" kern="1200" dirty="0"/>
            <a:t>  AUC-ROC</a:t>
          </a:r>
          <a:endParaRPr lang="en-US" sz="3200" b="1" kern="1200" dirty="0"/>
        </a:p>
        <a:p>
          <a:pPr marL="57150" lvl="1" indent="-57150" algn="l" defTabSz="444500">
            <a:lnSpc>
              <a:spcPct val="90000"/>
            </a:lnSpc>
            <a:spcBef>
              <a:spcPct val="0"/>
            </a:spcBef>
            <a:spcAft>
              <a:spcPct val="15000"/>
            </a:spcAft>
            <a:buChar char="•"/>
          </a:pPr>
          <a:r>
            <a:rPr lang="en-US" sz="1000" kern="1200" dirty="0"/>
            <a:t>  Precision</a:t>
          </a:r>
        </a:p>
        <a:p>
          <a:pPr marL="57150" lvl="1" indent="-57150" algn="l" defTabSz="444500">
            <a:lnSpc>
              <a:spcPct val="90000"/>
            </a:lnSpc>
            <a:spcBef>
              <a:spcPct val="0"/>
            </a:spcBef>
            <a:spcAft>
              <a:spcPct val="15000"/>
            </a:spcAft>
            <a:buChar char="•"/>
          </a:pPr>
          <a:r>
            <a:rPr lang="en-US" sz="1000" kern="1200" dirty="0"/>
            <a:t>  Recall/F1 Score</a:t>
          </a:r>
        </a:p>
      </dsp:txBody>
      <dsp:txXfrm rot="-5400000">
        <a:off x="3919570" y="3187347"/>
        <a:ext cx="6930305" cy="699085"/>
      </dsp:txXfrm>
    </dsp:sp>
    <dsp:sp modelId="{10428379-A5BB-44A8-8A18-F68E737EF504}">
      <dsp:nvSpPr>
        <dsp:cNvPr id="0" name=""/>
        <dsp:cNvSpPr/>
      </dsp:nvSpPr>
      <dsp:spPr>
        <a:xfrm>
          <a:off x="0" y="3052687"/>
          <a:ext cx="3919570" cy="96840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Performance</a:t>
          </a:r>
        </a:p>
      </dsp:txBody>
      <dsp:txXfrm>
        <a:off x="47274" y="3099961"/>
        <a:ext cx="3825022" cy="873856"/>
      </dsp:txXfrm>
    </dsp:sp>
    <dsp:sp modelId="{894A21F4-FDDC-45FA-A994-9CB8BA8E1C50}">
      <dsp:nvSpPr>
        <dsp:cNvPr id="0" name=""/>
        <dsp:cNvSpPr/>
      </dsp:nvSpPr>
      <dsp:spPr>
        <a:xfrm rot="5400000">
          <a:off x="7016270" y="1069651"/>
          <a:ext cx="774723" cy="696812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Font typeface="Wingdings" panose="05000000000000000000" pitchFamily="2" charset="2"/>
            <a:buChar char="v"/>
          </a:pPr>
          <a:r>
            <a:rPr lang="en-US" sz="1000" kern="1200" dirty="0"/>
            <a:t>  https://arxiv.org/pdf/1912.01369v3</a:t>
          </a:r>
        </a:p>
        <a:p>
          <a:pPr marL="57150" lvl="1" indent="-57150" algn="l" defTabSz="444500">
            <a:lnSpc>
              <a:spcPct val="90000"/>
            </a:lnSpc>
            <a:spcBef>
              <a:spcPct val="0"/>
            </a:spcBef>
            <a:spcAft>
              <a:spcPct val="15000"/>
            </a:spcAft>
            <a:buFont typeface="Wingdings" panose="05000000000000000000" pitchFamily="2" charset="2"/>
            <a:buChar char="v"/>
          </a:pPr>
          <a:r>
            <a:rPr lang="en-US" sz="1000" kern="1200" dirty="0"/>
            <a:t>  https://pmc.ncbi.nlm.nih.gov/articles/PMC10740686/</a:t>
          </a:r>
        </a:p>
        <a:p>
          <a:pPr marL="57150" lvl="1" indent="-57150" algn="l" defTabSz="444500">
            <a:lnSpc>
              <a:spcPct val="90000"/>
            </a:lnSpc>
            <a:spcBef>
              <a:spcPct val="0"/>
            </a:spcBef>
            <a:spcAft>
              <a:spcPct val="15000"/>
            </a:spcAft>
            <a:buFont typeface="Wingdings" panose="05000000000000000000" pitchFamily="2" charset="2"/>
            <a:buChar char="v"/>
          </a:pPr>
          <a:r>
            <a:rPr lang="en-US" sz="1000" kern="1200" dirty="0"/>
            <a:t>  https://pmc.ncbi.nlm.nih.gov/articles/PMC10252226/</a:t>
          </a:r>
        </a:p>
        <a:p>
          <a:pPr marL="57150" lvl="1" indent="-57150" algn="l" defTabSz="444500">
            <a:lnSpc>
              <a:spcPct val="90000"/>
            </a:lnSpc>
            <a:spcBef>
              <a:spcPct val="0"/>
            </a:spcBef>
            <a:spcAft>
              <a:spcPct val="15000"/>
            </a:spcAft>
            <a:buFont typeface="Wingdings" panose="05000000000000000000" pitchFamily="2" charset="2"/>
            <a:buChar char="v"/>
          </a:pPr>
          <a:r>
            <a:rPr lang="en-US" sz="1000" kern="1200" dirty="0"/>
            <a:t>  https://www.sciencedirect.com/science/article/pii/S2666990024000132.</a:t>
          </a:r>
        </a:p>
      </dsp:txBody>
      <dsp:txXfrm rot="-5400000">
        <a:off x="3919570" y="4204171"/>
        <a:ext cx="6930305" cy="699085"/>
      </dsp:txXfrm>
    </dsp:sp>
    <dsp:sp modelId="{4A797210-092E-4FFE-BA62-809D4DA758F1}">
      <dsp:nvSpPr>
        <dsp:cNvPr id="0" name=""/>
        <dsp:cNvSpPr/>
      </dsp:nvSpPr>
      <dsp:spPr>
        <a:xfrm>
          <a:off x="0" y="4069512"/>
          <a:ext cx="3919570" cy="96840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Literature review</a:t>
          </a:r>
        </a:p>
      </dsp:txBody>
      <dsp:txXfrm>
        <a:off x="47274" y="4116786"/>
        <a:ext cx="3825022" cy="8738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7BC43E-3B5E-4FE7-92B4-95E338CDD931}">
      <dsp:nvSpPr>
        <dsp:cNvPr id="0" name=""/>
        <dsp:cNvSpPr/>
      </dsp:nvSpPr>
      <dsp:spPr>
        <a:xfrm rot="5400000">
          <a:off x="7016270" y="-2997645"/>
          <a:ext cx="774723" cy="6968124"/>
        </a:xfrm>
        <a:prstGeom prst="round2SameRect">
          <a:avLst/>
        </a:prstGeom>
        <a:solidFill>
          <a:schemeClr val="accent6">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Font typeface="Wingdings" panose="05000000000000000000" pitchFamily="2" charset="2"/>
            <a:buChar char="Ø"/>
          </a:pPr>
          <a:r>
            <a:rPr lang="en-US" sz="1000" b="1" kern="1200" dirty="0"/>
            <a:t>Clinical NLP for Decision Support</a:t>
          </a:r>
          <a:r>
            <a:rPr lang="en-US" sz="1000" kern="1200" dirty="0"/>
            <a:t>: Extracting Intelligence from Electronic Health Records</a:t>
          </a:r>
        </a:p>
        <a:p>
          <a:pPr marL="57150" lvl="1" indent="-57150" algn="l" defTabSz="444500">
            <a:lnSpc>
              <a:spcPct val="90000"/>
            </a:lnSpc>
            <a:spcBef>
              <a:spcPct val="0"/>
            </a:spcBef>
            <a:spcAft>
              <a:spcPct val="15000"/>
            </a:spcAft>
            <a:buFont typeface="Wingdings" panose="05000000000000000000" pitchFamily="2" charset="2"/>
            <a:buChar char="Ø"/>
          </a:pPr>
          <a:r>
            <a:rPr lang="en-US" sz="1000" kern="1200" dirty="0"/>
            <a:t>Classify clinical notes as positive and negative(presence and absence of the condition)</a:t>
          </a:r>
        </a:p>
      </dsp:txBody>
      <dsp:txXfrm rot="-5400000">
        <a:off x="3919570" y="136874"/>
        <a:ext cx="6930305" cy="699085"/>
      </dsp:txXfrm>
    </dsp:sp>
    <dsp:sp modelId="{DD5423C7-C3DD-439B-AB55-5821E0DBDC63}">
      <dsp:nvSpPr>
        <dsp:cNvPr id="0" name=""/>
        <dsp:cNvSpPr/>
      </dsp:nvSpPr>
      <dsp:spPr>
        <a:xfrm>
          <a:off x="0" y="2214"/>
          <a:ext cx="3919570" cy="968404"/>
        </a:xfrm>
        <a:prstGeom prst="round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Problem statement</a:t>
          </a:r>
          <a:endParaRPr lang="en-US" sz="2400" kern="1200" dirty="0"/>
        </a:p>
      </dsp:txBody>
      <dsp:txXfrm>
        <a:off x="47274" y="49488"/>
        <a:ext cx="3825022" cy="873856"/>
      </dsp:txXfrm>
    </dsp:sp>
    <dsp:sp modelId="{A6F846D4-7668-4844-9D66-6A088AD9E8BF}">
      <dsp:nvSpPr>
        <dsp:cNvPr id="0" name=""/>
        <dsp:cNvSpPr/>
      </dsp:nvSpPr>
      <dsp:spPr>
        <a:xfrm rot="5400000">
          <a:off x="7016270" y="-1980821"/>
          <a:ext cx="774723" cy="6968124"/>
        </a:xfrm>
        <a:prstGeom prst="round2SameRect">
          <a:avLst/>
        </a:prstGeom>
        <a:solidFill>
          <a:schemeClr val="accent6">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Font typeface="Wingdings" panose="05000000000000000000" pitchFamily="2" charset="2"/>
            <a:buChar char="q"/>
          </a:pPr>
          <a:r>
            <a:rPr lang="en-US" sz="1000" b="1" kern="1200" dirty="0"/>
            <a:t>MIMIC-III / MIMIC-IV</a:t>
          </a:r>
          <a:r>
            <a:rPr lang="en-US" sz="1000" kern="1200" dirty="0"/>
            <a:t> – ICU EHR data (apply for credentialed access):</a:t>
          </a:r>
          <a:br>
            <a:rPr lang="en-US" sz="1000" kern="1200" dirty="0"/>
          </a:br>
          <a:r>
            <a:rPr lang="en-US" sz="1000" kern="1200" dirty="0">
              <a:hlinkClick xmlns:r="http://schemas.openxmlformats.org/officeDocument/2006/relationships" r:id="rId1"/>
            </a:rPr>
            <a:t>https://physionet.org/</a:t>
          </a:r>
          <a:endParaRPr lang="en-US" sz="1000" b="0" kern="1200" dirty="0"/>
        </a:p>
        <a:p>
          <a:pPr marL="57150" lvl="1" indent="-57150" algn="l" defTabSz="444500">
            <a:lnSpc>
              <a:spcPct val="90000"/>
            </a:lnSpc>
            <a:spcBef>
              <a:spcPct val="0"/>
            </a:spcBef>
            <a:spcAft>
              <a:spcPct val="15000"/>
            </a:spcAft>
            <a:buFont typeface="Wingdings" panose="05000000000000000000" pitchFamily="2" charset="2"/>
            <a:buChar char="q"/>
          </a:pPr>
          <a:r>
            <a:rPr lang="en-US" sz="1000" b="1" kern="1200" dirty="0"/>
            <a:t>i2b2 NLP Challenge Datasets</a:t>
          </a:r>
          <a:r>
            <a:rPr lang="en-US" sz="1000" kern="1200" dirty="0"/>
            <a:t> – Annotated for tasks like NER, relation extraction:</a:t>
          </a:r>
          <a:br>
            <a:rPr lang="en-US" sz="1000" kern="1200" dirty="0"/>
          </a:br>
          <a:r>
            <a:rPr lang="en-US" sz="1000" kern="1200" dirty="0">
              <a:hlinkClick xmlns:r="http://schemas.openxmlformats.org/officeDocument/2006/relationships" r:id="rId2"/>
            </a:rPr>
            <a:t>https://portal.dbmi.hms.harvard.edu/projects/n2c2-nlp/</a:t>
          </a:r>
          <a:endParaRPr lang="en-US" sz="1000" kern="1200" dirty="0"/>
        </a:p>
        <a:p>
          <a:pPr marL="57150" lvl="1" indent="-57150" algn="l" defTabSz="444500">
            <a:lnSpc>
              <a:spcPct val="90000"/>
            </a:lnSpc>
            <a:spcBef>
              <a:spcPct val="0"/>
            </a:spcBef>
            <a:spcAft>
              <a:spcPct val="15000"/>
            </a:spcAft>
            <a:buFont typeface="Wingdings" panose="05000000000000000000" pitchFamily="2" charset="2"/>
            <a:buChar char="q"/>
          </a:pPr>
          <a:r>
            <a:rPr lang="en-US" sz="1000" b="1" kern="1200" dirty="0"/>
            <a:t>n2c2 Shared Tasks</a:t>
          </a:r>
          <a:r>
            <a:rPr lang="en-US" sz="1000" kern="1200" dirty="0"/>
            <a:t> – Great for real clinical NLP use cases.</a:t>
          </a:r>
        </a:p>
      </dsp:txBody>
      <dsp:txXfrm rot="-5400000">
        <a:off x="3919570" y="1153698"/>
        <a:ext cx="6930305" cy="699085"/>
      </dsp:txXfrm>
    </dsp:sp>
    <dsp:sp modelId="{EBBFF934-D19B-4D7C-97F3-7F3E0037BD8E}">
      <dsp:nvSpPr>
        <dsp:cNvPr id="0" name=""/>
        <dsp:cNvSpPr/>
      </dsp:nvSpPr>
      <dsp:spPr>
        <a:xfrm>
          <a:off x="0" y="1019039"/>
          <a:ext cx="3919570" cy="968404"/>
        </a:xfrm>
        <a:prstGeom prst="round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Dataset</a:t>
          </a:r>
        </a:p>
      </dsp:txBody>
      <dsp:txXfrm>
        <a:off x="47274" y="1066313"/>
        <a:ext cx="3825022" cy="873856"/>
      </dsp:txXfrm>
    </dsp:sp>
    <dsp:sp modelId="{799CFEBE-4EFF-4954-B47E-E75A6D649A1F}">
      <dsp:nvSpPr>
        <dsp:cNvPr id="0" name=""/>
        <dsp:cNvSpPr/>
      </dsp:nvSpPr>
      <dsp:spPr>
        <a:xfrm rot="5400000">
          <a:off x="7016270" y="-963996"/>
          <a:ext cx="774723" cy="6968124"/>
        </a:xfrm>
        <a:prstGeom prst="round2SameRect">
          <a:avLst/>
        </a:prstGeom>
        <a:solidFill>
          <a:schemeClr val="accent6">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Font typeface="Wingdings" panose="05000000000000000000" pitchFamily="2" charset="2"/>
            <a:buChar char="ü"/>
          </a:pPr>
          <a:r>
            <a:rPr lang="en-US" sz="1000" b="1" kern="1200" dirty="0"/>
            <a:t>Deep Learning</a:t>
          </a:r>
          <a:r>
            <a:rPr lang="en-US" sz="1000" kern="1200" dirty="0"/>
            <a:t>: CNNs, RNNs, Transformers</a:t>
          </a:r>
        </a:p>
        <a:p>
          <a:pPr marL="57150" lvl="1" indent="-57150" algn="l" defTabSz="444500">
            <a:lnSpc>
              <a:spcPct val="90000"/>
            </a:lnSpc>
            <a:spcBef>
              <a:spcPct val="0"/>
            </a:spcBef>
            <a:spcAft>
              <a:spcPct val="15000"/>
            </a:spcAft>
            <a:buFont typeface="Wingdings" panose="05000000000000000000" pitchFamily="2" charset="2"/>
            <a:buChar char="ü"/>
          </a:pPr>
          <a:r>
            <a:rPr lang="en-US" sz="1000" b="1" kern="1200" dirty="0"/>
            <a:t>Explainable AI (XAI)</a:t>
          </a:r>
          <a:r>
            <a:rPr lang="en-US" sz="1000" kern="1200" dirty="0"/>
            <a:t>: SHAP, LIME</a:t>
          </a:r>
        </a:p>
        <a:p>
          <a:pPr marL="57150" lvl="1" indent="-57150" algn="l" defTabSz="444500">
            <a:lnSpc>
              <a:spcPct val="90000"/>
            </a:lnSpc>
            <a:spcBef>
              <a:spcPct val="0"/>
            </a:spcBef>
            <a:spcAft>
              <a:spcPct val="15000"/>
            </a:spcAft>
            <a:buFont typeface="Wingdings" panose="05000000000000000000" pitchFamily="2" charset="2"/>
            <a:buChar char="ü"/>
          </a:pPr>
          <a:r>
            <a:rPr lang="nl-NL" sz="1000" b="1" kern="1200" dirty="0"/>
            <a:t>NLP Models</a:t>
          </a:r>
          <a:r>
            <a:rPr lang="nl-NL" sz="1000" kern="1200" dirty="0"/>
            <a:t>: BioBERT, ClinicalBERT, GPT-4</a:t>
          </a:r>
        </a:p>
        <a:p>
          <a:pPr marL="57150" lvl="1" indent="-57150" algn="l" defTabSz="444500">
            <a:lnSpc>
              <a:spcPct val="90000"/>
            </a:lnSpc>
            <a:spcBef>
              <a:spcPct val="0"/>
            </a:spcBef>
            <a:spcAft>
              <a:spcPct val="15000"/>
            </a:spcAft>
            <a:buFont typeface="Wingdings" panose="05000000000000000000" pitchFamily="2" charset="2"/>
            <a:buChar char="ü"/>
          </a:pPr>
          <a:r>
            <a:rPr lang="en-US" sz="1000" b="1" kern="1200" dirty="0"/>
            <a:t>Computer Vision</a:t>
          </a:r>
          <a:r>
            <a:rPr lang="en-US" sz="1000" kern="1200" dirty="0"/>
            <a:t>: OpenCV, </a:t>
          </a:r>
          <a:r>
            <a:rPr lang="en-US" sz="1000" kern="1200" dirty="0" err="1"/>
            <a:t>PyTorch</a:t>
          </a:r>
          <a:r>
            <a:rPr lang="en-US" sz="1000" kern="1200" dirty="0"/>
            <a:t>, TensorFlow</a:t>
          </a:r>
        </a:p>
      </dsp:txBody>
      <dsp:txXfrm rot="-5400000">
        <a:off x="3919570" y="2170523"/>
        <a:ext cx="6930305" cy="699085"/>
      </dsp:txXfrm>
    </dsp:sp>
    <dsp:sp modelId="{D8C07A8B-DE6D-4E06-A115-B246A936B49A}">
      <dsp:nvSpPr>
        <dsp:cNvPr id="0" name=""/>
        <dsp:cNvSpPr/>
      </dsp:nvSpPr>
      <dsp:spPr>
        <a:xfrm>
          <a:off x="0" y="2035863"/>
          <a:ext cx="3919570" cy="968404"/>
        </a:xfrm>
        <a:prstGeom prst="round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Technologies</a:t>
          </a:r>
        </a:p>
      </dsp:txBody>
      <dsp:txXfrm>
        <a:off x="47274" y="2083137"/>
        <a:ext cx="3825022" cy="873856"/>
      </dsp:txXfrm>
    </dsp:sp>
    <dsp:sp modelId="{4ECCF56F-3F24-4426-9B72-3AC023CB33AE}">
      <dsp:nvSpPr>
        <dsp:cNvPr id="0" name=""/>
        <dsp:cNvSpPr/>
      </dsp:nvSpPr>
      <dsp:spPr>
        <a:xfrm rot="5400000">
          <a:off x="7016270" y="52827"/>
          <a:ext cx="774723" cy="6968124"/>
        </a:xfrm>
        <a:prstGeom prst="round2SameRect">
          <a:avLst/>
        </a:prstGeom>
        <a:solidFill>
          <a:schemeClr val="accent6">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US" sz="1000" kern="1200" dirty="0"/>
            <a:t>  Accuracy</a:t>
          </a:r>
          <a:endParaRPr lang="en-US" sz="3200" b="1" kern="1200" dirty="0"/>
        </a:p>
        <a:p>
          <a:pPr marL="57150" lvl="1" indent="-57150" algn="l" defTabSz="444500">
            <a:lnSpc>
              <a:spcPct val="90000"/>
            </a:lnSpc>
            <a:spcBef>
              <a:spcPct val="0"/>
            </a:spcBef>
            <a:spcAft>
              <a:spcPct val="15000"/>
            </a:spcAft>
            <a:buChar char="•"/>
          </a:pPr>
          <a:r>
            <a:rPr lang="en-US" sz="1000" kern="1200" dirty="0"/>
            <a:t>  AUC-ROC</a:t>
          </a:r>
        </a:p>
        <a:p>
          <a:pPr marL="57150" lvl="1" indent="-57150" algn="l" defTabSz="444500">
            <a:lnSpc>
              <a:spcPct val="90000"/>
            </a:lnSpc>
            <a:spcBef>
              <a:spcPct val="0"/>
            </a:spcBef>
            <a:spcAft>
              <a:spcPct val="15000"/>
            </a:spcAft>
            <a:buChar char="•"/>
          </a:pPr>
          <a:r>
            <a:rPr lang="en-US" sz="1000" kern="1200" dirty="0"/>
            <a:t>  Precision</a:t>
          </a:r>
        </a:p>
        <a:p>
          <a:pPr marL="57150" lvl="1" indent="-57150" algn="l" defTabSz="444500">
            <a:lnSpc>
              <a:spcPct val="90000"/>
            </a:lnSpc>
            <a:spcBef>
              <a:spcPct val="0"/>
            </a:spcBef>
            <a:spcAft>
              <a:spcPct val="15000"/>
            </a:spcAft>
            <a:buChar char="•"/>
          </a:pPr>
          <a:r>
            <a:rPr lang="en-US" sz="1000" kern="1200" dirty="0"/>
            <a:t>  Recall/F1 Score</a:t>
          </a:r>
        </a:p>
      </dsp:txBody>
      <dsp:txXfrm rot="-5400000">
        <a:off x="3919570" y="3187347"/>
        <a:ext cx="6930305" cy="699085"/>
      </dsp:txXfrm>
    </dsp:sp>
    <dsp:sp modelId="{10428379-A5BB-44A8-8A18-F68E737EF504}">
      <dsp:nvSpPr>
        <dsp:cNvPr id="0" name=""/>
        <dsp:cNvSpPr/>
      </dsp:nvSpPr>
      <dsp:spPr>
        <a:xfrm>
          <a:off x="0" y="3052687"/>
          <a:ext cx="3919570" cy="968404"/>
        </a:xfrm>
        <a:prstGeom prst="round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Performance</a:t>
          </a:r>
        </a:p>
      </dsp:txBody>
      <dsp:txXfrm>
        <a:off x="47274" y="3099961"/>
        <a:ext cx="3825022" cy="873856"/>
      </dsp:txXfrm>
    </dsp:sp>
    <dsp:sp modelId="{894A21F4-FDDC-45FA-A994-9CB8BA8E1C50}">
      <dsp:nvSpPr>
        <dsp:cNvPr id="0" name=""/>
        <dsp:cNvSpPr/>
      </dsp:nvSpPr>
      <dsp:spPr>
        <a:xfrm rot="5400000">
          <a:off x="7016270" y="1069651"/>
          <a:ext cx="774723" cy="6968124"/>
        </a:xfrm>
        <a:prstGeom prst="round2SameRect">
          <a:avLst/>
        </a:prstGeom>
        <a:solidFill>
          <a:schemeClr val="accent6">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Font typeface="Wingdings" panose="05000000000000000000" pitchFamily="2" charset="2"/>
            <a:buChar char="v"/>
          </a:pPr>
          <a:r>
            <a:rPr lang="en-US" sz="1000" kern="1200" dirty="0"/>
            <a:t>https://www.researchgate.net/publication/373097248_Natural_Language_Processing_for_Clinical_Decision_Support_Systems_A_Review_of_Recent_Advances_in_Healthcare_</a:t>
          </a:r>
        </a:p>
        <a:p>
          <a:pPr marL="57150" lvl="1" indent="-57150" algn="l" defTabSz="444500">
            <a:lnSpc>
              <a:spcPct val="90000"/>
            </a:lnSpc>
            <a:spcBef>
              <a:spcPct val="0"/>
            </a:spcBef>
            <a:spcAft>
              <a:spcPct val="15000"/>
            </a:spcAft>
            <a:buFont typeface="Wingdings" panose="05000000000000000000" pitchFamily="2" charset="2"/>
            <a:buChar char="v"/>
          </a:pPr>
          <a:r>
            <a:rPr lang="en-US" sz="1000" kern="1200" dirty="0"/>
            <a:t>https://ieeexplore.ieee.org/document/7406286</a:t>
          </a:r>
        </a:p>
        <a:p>
          <a:pPr marL="57150" lvl="1" indent="-57150" algn="l" defTabSz="444500">
            <a:lnSpc>
              <a:spcPct val="90000"/>
            </a:lnSpc>
            <a:spcBef>
              <a:spcPct val="0"/>
            </a:spcBef>
            <a:spcAft>
              <a:spcPct val="15000"/>
            </a:spcAft>
            <a:buFont typeface="Wingdings" panose="05000000000000000000" pitchFamily="2" charset="2"/>
            <a:buChar char="v"/>
          </a:pPr>
          <a:r>
            <a:rPr lang="en-US" sz="1000" kern="1200" dirty="0"/>
            <a:t>https://pmc.ncbi.nlm.nih.gov/articles/PMC11474138/</a:t>
          </a:r>
        </a:p>
      </dsp:txBody>
      <dsp:txXfrm rot="-5400000">
        <a:off x="3919570" y="4204171"/>
        <a:ext cx="6930305" cy="699085"/>
      </dsp:txXfrm>
    </dsp:sp>
    <dsp:sp modelId="{4A797210-092E-4FFE-BA62-809D4DA758F1}">
      <dsp:nvSpPr>
        <dsp:cNvPr id="0" name=""/>
        <dsp:cNvSpPr/>
      </dsp:nvSpPr>
      <dsp:spPr>
        <a:xfrm>
          <a:off x="0" y="4069512"/>
          <a:ext cx="3919570" cy="968404"/>
        </a:xfrm>
        <a:prstGeom prst="round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Literature review</a:t>
          </a:r>
        </a:p>
      </dsp:txBody>
      <dsp:txXfrm>
        <a:off x="47274" y="4116786"/>
        <a:ext cx="3825022" cy="8738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7BC43E-3B5E-4FE7-92B4-95E338CDD931}">
      <dsp:nvSpPr>
        <dsp:cNvPr id="0" name=""/>
        <dsp:cNvSpPr/>
      </dsp:nvSpPr>
      <dsp:spPr>
        <a:xfrm rot="5400000">
          <a:off x="7016270" y="-2997645"/>
          <a:ext cx="774723" cy="6968124"/>
        </a:xfrm>
        <a:prstGeom prst="round2SameRect">
          <a:avLst/>
        </a:prstGeom>
        <a:solidFill>
          <a:schemeClr val="accent2">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Font typeface="Wingdings" panose="05000000000000000000" pitchFamily="2" charset="2"/>
            <a:buChar char="Ø"/>
          </a:pPr>
          <a:r>
            <a:rPr lang="en-US" sz="1000" b="0" i="0" kern="1200" dirty="0"/>
            <a:t>The primary task associated with this dataset is to predict drug sensitivity (measured as IC50 values) based on genomic features of cancer cell lines. This can involve regression tasks to predict exact IC50 values or classification tasks to categorize cell lines as sensitive or resistant to specific drugs. The dataset also allows for the identification of genomic markers that correlate with drug response.</a:t>
          </a:r>
        </a:p>
      </dsp:txBody>
      <dsp:txXfrm rot="-5400000">
        <a:off x="3919570" y="136874"/>
        <a:ext cx="6930305" cy="699085"/>
      </dsp:txXfrm>
    </dsp:sp>
    <dsp:sp modelId="{DD5423C7-C3DD-439B-AB55-5821E0DBDC63}">
      <dsp:nvSpPr>
        <dsp:cNvPr id="0" name=""/>
        <dsp:cNvSpPr/>
      </dsp:nvSpPr>
      <dsp:spPr>
        <a:xfrm>
          <a:off x="0" y="2214"/>
          <a:ext cx="3919570" cy="968404"/>
        </a:xfrm>
        <a:prstGeom prst="round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Problem statement</a:t>
          </a:r>
          <a:endParaRPr lang="en-US" sz="2400" kern="1200" dirty="0"/>
        </a:p>
      </dsp:txBody>
      <dsp:txXfrm>
        <a:off x="47274" y="49488"/>
        <a:ext cx="3825022" cy="873856"/>
      </dsp:txXfrm>
    </dsp:sp>
    <dsp:sp modelId="{A6F846D4-7668-4844-9D66-6A088AD9E8BF}">
      <dsp:nvSpPr>
        <dsp:cNvPr id="0" name=""/>
        <dsp:cNvSpPr/>
      </dsp:nvSpPr>
      <dsp:spPr>
        <a:xfrm rot="5400000">
          <a:off x="7016270" y="-1980821"/>
          <a:ext cx="774723" cy="6968124"/>
        </a:xfrm>
        <a:prstGeom prst="round2SameRect">
          <a:avLst/>
        </a:prstGeom>
        <a:solidFill>
          <a:schemeClr val="accent2">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Font typeface="Wingdings" panose="05000000000000000000" pitchFamily="2" charset="2"/>
            <a:buChar char="Ø"/>
          </a:pPr>
          <a:r>
            <a:rPr lang="en-US" sz="1000" b="0" i="1" kern="1200" dirty="0"/>
            <a:t> </a:t>
          </a:r>
          <a:r>
            <a:rPr lang="en-US" sz="1000" b="0" i="0" kern="1200" dirty="0"/>
            <a:t>The Genomics of Drug Sensitivity in Cancer (GDSC) dataset is a valuable resource for therapeutic biomarker discovery in      cancer research. This dataset combines drug response data with genomic profiles of cancer cell lines, allowing researchers to investigate the relationship between genetic features and drug sensitivity.</a:t>
          </a:r>
        </a:p>
      </dsp:txBody>
      <dsp:txXfrm rot="-5400000">
        <a:off x="3919570" y="1153698"/>
        <a:ext cx="6930305" cy="699085"/>
      </dsp:txXfrm>
    </dsp:sp>
    <dsp:sp modelId="{EBBFF934-D19B-4D7C-97F3-7F3E0037BD8E}">
      <dsp:nvSpPr>
        <dsp:cNvPr id="0" name=""/>
        <dsp:cNvSpPr/>
      </dsp:nvSpPr>
      <dsp:spPr>
        <a:xfrm>
          <a:off x="0" y="1019039"/>
          <a:ext cx="3919570" cy="968404"/>
        </a:xfrm>
        <a:prstGeom prst="round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Dataset</a:t>
          </a:r>
        </a:p>
      </dsp:txBody>
      <dsp:txXfrm>
        <a:off x="47274" y="1066313"/>
        <a:ext cx="3825022" cy="873856"/>
      </dsp:txXfrm>
    </dsp:sp>
    <dsp:sp modelId="{799CFEBE-4EFF-4954-B47E-E75A6D649A1F}">
      <dsp:nvSpPr>
        <dsp:cNvPr id="0" name=""/>
        <dsp:cNvSpPr/>
      </dsp:nvSpPr>
      <dsp:spPr>
        <a:xfrm rot="5400000">
          <a:off x="7016270" y="-963996"/>
          <a:ext cx="774723" cy="6968124"/>
        </a:xfrm>
        <a:prstGeom prst="round2SameRect">
          <a:avLst/>
        </a:prstGeom>
        <a:solidFill>
          <a:schemeClr val="accent2">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Font typeface="Wingdings" panose="05000000000000000000" pitchFamily="2" charset="2"/>
            <a:buNone/>
          </a:pPr>
          <a:r>
            <a:rPr lang="en-US" sz="1000" kern="1200" dirty="0"/>
            <a:t>       </a:t>
          </a:r>
        </a:p>
        <a:p>
          <a:pPr marL="114300" lvl="2" indent="-57150" algn="l" defTabSz="444500">
            <a:lnSpc>
              <a:spcPct val="90000"/>
            </a:lnSpc>
            <a:spcBef>
              <a:spcPct val="0"/>
            </a:spcBef>
            <a:spcAft>
              <a:spcPct val="15000"/>
            </a:spcAft>
            <a:buFont typeface="Wingdings" panose="05000000000000000000" pitchFamily="2" charset="2"/>
            <a:buChar char="ü"/>
          </a:pPr>
          <a:r>
            <a:rPr lang="en-US" sz="1000" kern="1200" dirty="0"/>
            <a:t>Feature engineering</a:t>
          </a:r>
        </a:p>
        <a:p>
          <a:pPr marL="114300" lvl="2" indent="-57150" algn="l" defTabSz="444500">
            <a:lnSpc>
              <a:spcPct val="90000"/>
            </a:lnSpc>
            <a:spcBef>
              <a:spcPct val="0"/>
            </a:spcBef>
            <a:spcAft>
              <a:spcPct val="15000"/>
            </a:spcAft>
            <a:buFont typeface="Wingdings" panose="05000000000000000000" pitchFamily="2" charset="2"/>
            <a:buChar char="ü"/>
          </a:pPr>
          <a:r>
            <a:rPr lang="en-US" sz="1000" kern="1200" dirty="0"/>
            <a:t>Random Forest</a:t>
          </a:r>
        </a:p>
        <a:p>
          <a:pPr marL="114300" lvl="2" indent="-57150" algn="l" defTabSz="444500">
            <a:lnSpc>
              <a:spcPct val="90000"/>
            </a:lnSpc>
            <a:spcBef>
              <a:spcPct val="0"/>
            </a:spcBef>
            <a:spcAft>
              <a:spcPct val="15000"/>
            </a:spcAft>
            <a:buFont typeface="Wingdings" panose="05000000000000000000" pitchFamily="2" charset="2"/>
            <a:buChar char="ü"/>
          </a:pPr>
          <a:r>
            <a:rPr lang="en-US" sz="1000" kern="1200" dirty="0"/>
            <a:t>XG Boost</a:t>
          </a:r>
        </a:p>
        <a:p>
          <a:pPr marL="114300" lvl="2" indent="-57150" algn="l" defTabSz="444500">
            <a:lnSpc>
              <a:spcPct val="90000"/>
            </a:lnSpc>
            <a:spcBef>
              <a:spcPct val="0"/>
            </a:spcBef>
            <a:spcAft>
              <a:spcPct val="15000"/>
            </a:spcAft>
            <a:buFont typeface="Wingdings" panose="05000000000000000000" pitchFamily="2" charset="2"/>
            <a:buChar char="ü"/>
          </a:pPr>
          <a:r>
            <a:rPr lang="en-US" sz="1000" kern="1200" dirty="0"/>
            <a:t>Hyper Parameter tuning</a:t>
          </a:r>
        </a:p>
        <a:p>
          <a:pPr marL="57150" lvl="1" indent="-57150" algn="l" defTabSz="444500">
            <a:lnSpc>
              <a:spcPct val="90000"/>
            </a:lnSpc>
            <a:spcBef>
              <a:spcPct val="0"/>
            </a:spcBef>
            <a:spcAft>
              <a:spcPct val="15000"/>
            </a:spcAft>
            <a:buFont typeface="Wingdings" panose="05000000000000000000" pitchFamily="2" charset="2"/>
            <a:buNone/>
          </a:pPr>
          <a:endParaRPr lang="en-US" sz="1000" kern="1200" dirty="0"/>
        </a:p>
      </dsp:txBody>
      <dsp:txXfrm rot="-5400000">
        <a:off x="3919570" y="2170523"/>
        <a:ext cx="6930305" cy="699085"/>
      </dsp:txXfrm>
    </dsp:sp>
    <dsp:sp modelId="{D8C07A8B-DE6D-4E06-A115-B246A936B49A}">
      <dsp:nvSpPr>
        <dsp:cNvPr id="0" name=""/>
        <dsp:cNvSpPr/>
      </dsp:nvSpPr>
      <dsp:spPr>
        <a:xfrm>
          <a:off x="0" y="2035863"/>
          <a:ext cx="3919570" cy="968404"/>
        </a:xfrm>
        <a:prstGeom prst="round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Technologies</a:t>
          </a:r>
        </a:p>
      </dsp:txBody>
      <dsp:txXfrm>
        <a:off x="47274" y="2083137"/>
        <a:ext cx="3825022" cy="873856"/>
      </dsp:txXfrm>
    </dsp:sp>
    <dsp:sp modelId="{4ECCF56F-3F24-4426-9B72-3AC023CB33AE}">
      <dsp:nvSpPr>
        <dsp:cNvPr id="0" name=""/>
        <dsp:cNvSpPr/>
      </dsp:nvSpPr>
      <dsp:spPr>
        <a:xfrm rot="5400000">
          <a:off x="7016270" y="52827"/>
          <a:ext cx="774723" cy="6968124"/>
        </a:xfrm>
        <a:prstGeom prst="round2SameRect">
          <a:avLst/>
        </a:prstGeom>
        <a:solidFill>
          <a:schemeClr val="accent2">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Font typeface="Wingdings" panose="05000000000000000000" pitchFamily="2" charset="2"/>
            <a:buChar char="q"/>
          </a:pPr>
          <a:r>
            <a:rPr lang="en-US" sz="1000" kern="1200" dirty="0"/>
            <a:t>   Accuracy </a:t>
          </a:r>
          <a:endParaRPr lang="en-US" sz="3200" b="1" kern="1200" dirty="0"/>
        </a:p>
        <a:p>
          <a:pPr marL="57150" lvl="1" indent="-57150" algn="l" defTabSz="444500">
            <a:lnSpc>
              <a:spcPct val="90000"/>
            </a:lnSpc>
            <a:spcBef>
              <a:spcPct val="0"/>
            </a:spcBef>
            <a:spcAft>
              <a:spcPct val="15000"/>
            </a:spcAft>
            <a:buFont typeface="Wingdings" panose="05000000000000000000" pitchFamily="2" charset="2"/>
            <a:buChar char="q"/>
          </a:pPr>
          <a:r>
            <a:rPr lang="en-US" sz="1000" kern="1200" dirty="0"/>
            <a:t>   AUC-ROC</a:t>
          </a:r>
        </a:p>
        <a:p>
          <a:pPr marL="57150" lvl="1" indent="-57150" algn="l" defTabSz="444500">
            <a:lnSpc>
              <a:spcPct val="90000"/>
            </a:lnSpc>
            <a:spcBef>
              <a:spcPct val="0"/>
            </a:spcBef>
            <a:spcAft>
              <a:spcPct val="15000"/>
            </a:spcAft>
            <a:buFont typeface="Wingdings" panose="05000000000000000000" pitchFamily="2" charset="2"/>
            <a:buChar char="q"/>
          </a:pPr>
          <a:r>
            <a:rPr lang="en-US" sz="1000" kern="1200" dirty="0"/>
            <a:t>   Sensitivity</a:t>
          </a:r>
        </a:p>
        <a:p>
          <a:pPr marL="57150" lvl="1" indent="-57150" algn="l" defTabSz="444500">
            <a:lnSpc>
              <a:spcPct val="90000"/>
            </a:lnSpc>
            <a:spcBef>
              <a:spcPct val="0"/>
            </a:spcBef>
            <a:spcAft>
              <a:spcPct val="15000"/>
            </a:spcAft>
            <a:buFont typeface="Wingdings" panose="05000000000000000000" pitchFamily="2" charset="2"/>
            <a:buChar char="q"/>
          </a:pPr>
          <a:r>
            <a:rPr lang="en-US" sz="1000" kern="1200" dirty="0"/>
            <a:t>   Specificity</a:t>
          </a:r>
        </a:p>
      </dsp:txBody>
      <dsp:txXfrm rot="-5400000">
        <a:off x="3919570" y="3187347"/>
        <a:ext cx="6930305" cy="699085"/>
      </dsp:txXfrm>
    </dsp:sp>
    <dsp:sp modelId="{10428379-A5BB-44A8-8A18-F68E737EF504}">
      <dsp:nvSpPr>
        <dsp:cNvPr id="0" name=""/>
        <dsp:cNvSpPr/>
      </dsp:nvSpPr>
      <dsp:spPr>
        <a:xfrm>
          <a:off x="0" y="3052687"/>
          <a:ext cx="3919570" cy="968404"/>
        </a:xfrm>
        <a:prstGeom prst="round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Performance</a:t>
          </a:r>
        </a:p>
      </dsp:txBody>
      <dsp:txXfrm>
        <a:off x="47274" y="3099961"/>
        <a:ext cx="3825022" cy="873856"/>
      </dsp:txXfrm>
    </dsp:sp>
    <dsp:sp modelId="{894A21F4-FDDC-45FA-A994-9CB8BA8E1C50}">
      <dsp:nvSpPr>
        <dsp:cNvPr id="0" name=""/>
        <dsp:cNvSpPr/>
      </dsp:nvSpPr>
      <dsp:spPr>
        <a:xfrm rot="5400000">
          <a:off x="7016270" y="1069651"/>
          <a:ext cx="774723" cy="6968124"/>
        </a:xfrm>
        <a:prstGeom prst="round2SameRect">
          <a:avLst/>
        </a:prstGeom>
        <a:solidFill>
          <a:schemeClr val="accent2">
            <a:lumMod val="40000"/>
            <a:lumOff val="60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Font typeface="Wingdings" panose="05000000000000000000" pitchFamily="2" charset="2"/>
            <a:buChar char="v"/>
          </a:pPr>
          <a:r>
            <a:rPr lang="en-US" sz="1000" kern="1200" dirty="0"/>
            <a:t>Zhang, W. et al. (2015). Predicting drug sensitivity of cancer cells using genomic and chemical properties. Bioinformatics</a:t>
          </a:r>
        </a:p>
        <a:p>
          <a:pPr marL="57150" lvl="1" indent="-57150" algn="l" defTabSz="444500">
            <a:lnSpc>
              <a:spcPct val="90000"/>
            </a:lnSpc>
            <a:spcBef>
              <a:spcPct val="0"/>
            </a:spcBef>
            <a:spcAft>
              <a:spcPct val="15000"/>
            </a:spcAft>
            <a:buFont typeface="Wingdings" panose="05000000000000000000" pitchFamily="2" charset="2"/>
            <a:buChar char="v"/>
          </a:pPr>
          <a:r>
            <a:rPr lang="en-US" sz="1000" kern="1200" dirty="0"/>
            <a:t>Gao, H. et al. (2015). High-throughput screening using patient-derived tumor xenografts to predict clinical trial drug </a:t>
          </a:r>
        </a:p>
        <a:p>
          <a:pPr marL="114300" lvl="2" indent="-57150" algn="l" defTabSz="444500">
            <a:lnSpc>
              <a:spcPct val="90000"/>
            </a:lnSpc>
            <a:spcBef>
              <a:spcPct val="0"/>
            </a:spcBef>
            <a:spcAft>
              <a:spcPct val="15000"/>
            </a:spcAft>
            <a:buFont typeface="Wingdings" panose="05000000000000000000" pitchFamily="2" charset="2"/>
            <a:buNone/>
          </a:pPr>
          <a:r>
            <a:rPr lang="en-US" sz="1000" kern="1200" dirty="0"/>
            <a:t>	Response. Nature Medicine</a:t>
          </a:r>
        </a:p>
        <a:p>
          <a:pPr marL="57150" lvl="1" indent="-57150" algn="l" defTabSz="444500">
            <a:lnSpc>
              <a:spcPct val="90000"/>
            </a:lnSpc>
            <a:spcBef>
              <a:spcPct val="0"/>
            </a:spcBef>
            <a:spcAft>
              <a:spcPct val="15000"/>
            </a:spcAft>
            <a:buFont typeface="Wingdings" panose="05000000000000000000" pitchFamily="2" charset="2"/>
            <a:buChar char="v"/>
          </a:pPr>
          <a:r>
            <a:rPr lang="en-US" sz="1000" kern="1200" dirty="0"/>
            <a:t>Yang, M. et al. (2020). Machine Learning for Drug Response Prediction in Cancer Therapy. Frontiers in Pharmacology.</a:t>
          </a:r>
        </a:p>
      </dsp:txBody>
      <dsp:txXfrm rot="-5400000">
        <a:off x="3919570" y="4204171"/>
        <a:ext cx="6930305" cy="699085"/>
      </dsp:txXfrm>
    </dsp:sp>
    <dsp:sp modelId="{4A797210-092E-4FFE-BA62-809D4DA758F1}">
      <dsp:nvSpPr>
        <dsp:cNvPr id="0" name=""/>
        <dsp:cNvSpPr/>
      </dsp:nvSpPr>
      <dsp:spPr>
        <a:xfrm>
          <a:off x="0" y="4069512"/>
          <a:ext cx="3919570" cy="968404"/>
        </a:xfrm>
        <a:prstGeom prst="round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Literature review</a:t>
          </a:r>
        </a:p>
      </dsp:txBody>
      <dsp:txXfrm>
        <a:off x="47274" y="4116786"/>
        <a:ext cx="3825022" cy="873856"/>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DFE8FA-E736-4524-842D-A17530EC82FA}" type="datetimeFigureOut">
              <a:rPr lang="en-US" smtClean="0"/>
              <a:t>6/11/2025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70478B-6231-4870-A775-D3EB78B8D214}" type="slidenum">
              <a:rPr lang="en-US" smtClean="0"/>
              <a:t>‹#›</a:t>
            </a:fld>
            <a:endParaRPr lang="en-US"/>
          </a:p>
        </p:txBody>
      </p:sp>
    </p:spTree>
    <p:extLst>
      <p:ext uri="{BB962C8B-B14F-4D97-AF65-F5344CB8AC3E}">
        <p14:creationId xmlns:p14="http://schemas.microsoft.com/office/powerpoint/2010/main" val="2324859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5465F5CC-E74F-442E-E880-BAE4A65C5B2A}"/>
            </a:ext>
          </a:extLst>
        </p:cNvPr>
        <p:cNvGrpSpPr/>
        <p:nvPr/>
      </p:nvGrpSpPr>
      <p:grpSpPr>
        <a:xfrm>
          <a:off x="0" y="0"/>
          <a:ext cx="0" cy="0"/>
          <a:chOff x="0" y="0"/>
          <a:chExt cx="0" cy="0"/>
        </a:xfrm>
      </p:grpSpPr>
      <p:sp>
        <p:nvSpPr>
          <p:cNvPr id="198" name="Google Shape;198;g2e15e33c0b8_1_147:notes">
            <a:extLst>
              <a:ext uri="{FF2B5EF4-FFF2-40B4-BE49-F238E27FC236}">
                <a16:creationId xmlns:a16="http://schemas.microsoft.com/office/drawing/2014/main" id="{C2C23936-5A31-1816-1B95-46CCC81E9D71}"/>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
        <p:nvSpPr>
          <p:cNvPr id="199" name="Google Shape;199;g2e15e33c0b8_1_147:notes">
            <a:extLst>
              <a:ext uri="{FF2B5EF4-FFF2-40B4-BE49-F238E27FC236}">
                <a16:creationId xmlns:a16="http://schemas.microsoft.com/office/drawing/2014/main" id="{768F488C-8451-D395-B855-38F5F35EC5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04550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6C903614-11C3-FE4A-D189-144148F6E57E}"/>
            </a:ext>
          </a:extLst>
        </p:cNvPr>
        <p:cNvGrpSpPr/>
        <p:nvPr/>
      </p:nvGrpSpPr>
      <p:grpSpPr>
        <a:xfrm>
          <a:off x="0" y="0"/>
          <a:ext cx="0" cy="0"/>
          <a:chOff x="0" y="0"/>
          <a:chExt cx="0" cy="0"/>
        </a:xfrm>
      </p:grpSpPr>
      <p:sp>
        <p:nvSpPr>
          <p:cNvPr id="198" name="Google Shape;198;g2e15e33c0b8_1_147:notes">
            <a:extLst>
              <a:ext uri="{FF2B5EF4-FFF2-40B4-BE49-F238E27FC236}">
                <a16:creationId xmlns:a16="http://schemas.microsoft.com/office/drawing/2014/main" id="{04384707-C2C7-92F6-0317-2507F3EBF06A}"/>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
        <p:nvSpPr>
          <p:cNvPr id="199" name="Google Shape;199;g2e15e33c0b8_1_147:notes">
            <a:extLst>
              <a:ext uri="{FF2B5EF4-FFF2-40B4-BE49-F238E27FC236}">
                <a16:creationId xmlns:a16="http://schemas.microsoft.com/office/drawing/2014/main" id="{072EB5FF-943E-6385-242F-BA835B4BB7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6842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6EAB724C-12AB-EF26-267F-421DED1F3FCD}"/>
            </a:ext>
          </a:extLst>
        </p:cNvPr>
        <p:cNvGrpSpPr/>
        <p:nvPr/>
      </p:nvGrpSpPr>
      <p:grpSpPr>
        <a:xfrm>
          <a:off x="0" y="0"/>
          <a:ext cx="0" cy="0"/>
          <a:chOff x="0" y="0"/>
          <a:chExt cx="0" cy="0"/>
        </a:xfrm>
      </p:grpSpPr>
      <p:sp>
        <p:nvSpPr>
          <p:cNvPr id="198" name="Google Shape;198;g2e15e33c0b8_1_147:notes">
            <a:extLst>
              <a:ext uri="{FF2B5EF4-FFF2-40B4-BE49-F238E27FC236}">
                <a16:creationId xmlns:a16="http://schemas.microsoft.com/office/drawing/2014/main" id="{FBDC5CBA-5D43-F969-E986-A46B8189378B}"/>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
        <p:nvSpPr>
          <p:cNvPr id="199" name="Google Shape;199;g2e15e33c0b8_1_147:notes">
            <a:extLst>
              <a:ext uri="{FF2B5EF4-FFF2-40B4-BE49-F238E27FC236}">
                <a16:creationId xmlns:a16="http://schemas.microsoft.com/office/drawing/2014/main" id="{423E4F90-6BCC-13E3-9541-46899B9F40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66140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2928B3CE-FFC1-D51B-DF5D-9B81CD77864B}"/>
            </a:ext>
          </a:extLst>
        </p:cNvPr>
        <p:cNvGrpSpPr/>
        <p:nvPr/>
      </p:nvGrpSpPr>
      <p:grpSpPr>
        <a:xfrm>
          <a:off x="0" y="0"/>
          <a:ext cx="0" cy="0"/>
          <a:chOff x="0" y="0"/>
          <a:chExt cx="0" cy="0"/>
        </a:xfrm>
      </p:grpSpPr>
      <p:sp>
        <p:nvSpPr>
          <p:cNvPr id="198" name="Google Shape;198;g2e15e33c0b8_1_147:notes">
            <a:extLst>
              <a:ext uri="{FF2B5EF4-FFF2-40B4-BE49-F238E27FC236}">
                <a16:creationId xmlns:a16="http://schemas.microsoft.com/office/drawing/2014/main" id="{187CF4B0-C7EF-6958-499A-70A7E91EFE66}"/>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
        <p:nvSpPr>
          <p:cNvPr id="199" name="Google Shape;199;g2e15e33c0b8_1_147:notes">
            <a:extLst>
              <a:ext uri="{FF2B5EF4-FFF2-40B4-BE49-F238E27FC236}">
                <a16:creationId xmlns:a16="http://schemas.microsoft.com/office/drawing/2014/main" id="{A25D1CB6-C785-C88F-42F1-60F409F156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89130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8AD1E-639F-BEA4-F383-9CA9C181F0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20441AF-7297-C82E-3CB9-07734120F7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DA795D-E516-61FB-FF5D-C9516D38E411}"/>
              </a:ext>
            </a:extLst>
          </p:cNvPr>
          <p:cNvSpPr>
            <a:spLocks noGrp="1"/>
          </p:cNvSpPr>
          <p:nvPr>
            <p:ph type="dt" sz="half" idx="10"/>
          </p:nvPr>
        </p:nvSpPr>
        <p:spPr/>
        <p:txBody>
          <a:bodyPr/>
          <a:lstStyle/>
          <a:p>
            <a:fld id="{7C61ACC9-BF47-443E-B60D-4E6D341F22B4}" type="datetimeFigureOut">
              <a:rPr lang="en-US" smtClean="0"/>
              <a:t>6/11/2025</a:t>
            </a:fld>
            <a:endParaRPr lang="en-US"/>
          </a:p>
        </p:txBody>
      </p:sp>
      <p:sp>
        <p:nvSpPr>
          <p:cNvPr id="5" name="Footer Placeholder 4">
            <a:extLst>
              <a:ext uri="{FF2B5EF4-FFF2-40B4-BE49-F238E27FC236}">
                <a16:creationId xmlns:a16="http://schemas.microsoft.com/office/drawing/2014/main" id="{B909790B-D87D-77DB-BDCD-9722E004D6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72D108-8A2B-98BA-72ED-E052C429C6A0}"/>
              </a:ext>
            </a:extLst>
          </p:cNvPr>
          <p:cNvSpPr>
            <a:spLocks noGrp="1"/>
          </p:cNvSpPr>
          <p:nvPr>
            <p:ph type="sldNum" sz="quarter" idx="12"/>
          </p:nvPr>
        </p:nvSpPr>
        <p:spPr/>
        <p:txBody>
          <a:bodyPr/>
          <a:lstStyle/>
          <a:p>
            <a:fld id="{1CACEFE9-2711-48FC-BE31-842C5FE332B5}" type="slidenum">
              <a:rPr lang="en-US" smtClean="0"/>
              <a:t>‹#›</a:t>
            </a:fld>
            <a:endParaRPr lang="en-US"/>
          </a:p>
        </p:txBody>
      </p:sp>
    </p:spTree>
    <p:extLst>
      <p:ext uri="{BB962C8B-B14F-4D97-AF65-F5344CB8AC3E}">
        <p14:creationId xmlns:p14="http://schemas.microsoft.com/office/powerpoint/2010/main" val="1361098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BF5DC-6AB7-295A-42DF-B46C24A030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C1A191-6FCB-0AEB-D413-30E8700388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41CD32-0327-3AAB-5776-0609E70B38AB}"/>
              </a:ext>
            </a:extLst>
          </p:cNvPr>
          <p:cNvSpPr>
            <a:spLocks noGrp="1"/>
          </p:cNvSpPr>
          <p:nvPr>
            <p:ph type="dt" sz="half" idx="10"/>
          </p:nvPr>
        </p:nvSpPr>
        <p:spPr/>
        <p:txBody>
          <a:bodyPr/>
          <a:lstStyle/>
          <a:p>
            <a:fld id="{7C61ACC9-BF47-443E-B60D-4E6D341F22B4}" type="datetimeFigureOut">
              <a:rPr lang="en-US" smtClean="0"/>
              <a:t>6/11/2025</a:t>
            </a:fld>
            <a:endParaRPr lang="en-US"/>
          </a:p>
        </p:txBody>
      </p:sp>
      <p:sp>
        <p:nvSpPr>
          <p:cNvPr id="5" name="Footer Placeholder 4">
            <a:extLst>
              <a:ext uri="{FF2B5EF4-FFF2-40B4-BE49-F238E27FC236}">
                <a16:creationId xmlns:a16="http://schemas.microsoft.com/office/drawing/2014/main" id="{214B5D15-3507-FABC-8F91-712E94FBE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4D131-41D4-4298-EF9B-507D073DAB9D}"/>
              </a:ext>
            </a:extLst>
          </p:cNvPr>
          <p:cNvSpPr>
            <a:spLocks noGrp="1"/>
          </p:cNvSpPr>
          <p:nvPr>
            <p:ph type="sldNum" sz="quarter" idx="12"/>
          </p:nvPr>
        </p:nvSpPr>
        <p:spPr/>
        <p:txBody>
          <a:bodyPr/>
          <a:lstStyle/>
          <a:p>
            <a:fld id="{1CACEFE9-2711-48FC-BE31-842C5FE332B5}" type="slidenum">
              <a:rPr lang="en-US" smtClean="0"/>
              <a:t>‹#›</a:t>
            </a:fld>
            <a:endParaRPr lang="en-US"/>
          </a:p>
        </p:txBody>
      </p:sp>
    </p:spTree>
    <p:extLst>
      <p:ext uri="{BB962C8B-B14F-4D97-AF65-F5344CB8AC3E}">
        <p14:creationId xmlns:p14="http://schemas.microsoft.com/office/powerpoint/2010/main" val="1609954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98196-C851-6541-4E33-56EF77FDE5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7E2BCA-160E-A41D-2937-F018317563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F7084C-1C41-A2C8-9B6A-0DEB86C0588A}"/>
              </a:ext>
            </a:extLst>
          </p:cNvPr>
          <p:cNvSpPr>
            <a:spLocks noGrp="1"/>
          </p:cNvSpPr>
          <p:nvPr>
            <p:ph type="dt" sz="half" idx="10"/>
          </p:nvPr>
        </p:nvSpPr>
        <p:spPr/>
        <p:txBody>
          <a:bodyPr/>
          <a:lstStyle/>
          <a:p>
            <a:fld id="{7C61ACC9-BF47-443E-B60D-4E6D341F22B4}" type="datetimeFigureOut">
              <a:rPr lang="en-US" smtClean="0"/>
              <a:t>6/11/2025</a:t>
            </a:fld>
            <a:endParaRPr lang="en-US"/>
          </a:p>
        </p:txBody>
      </p:sp>
      <p:sp>
        <p:nvSpPr>
          <p:cNvPr id="5" name="Footer Placeholder 4">
            <a:extLst>
              <a:ext uri="{FF2B5EF4-FFF2-40B4-BE49-F238E27FC236}">
                <a16:creationId xmlns:a16="http://schemas.microsoft.com/office/drawing/2014/main" id="{BC982C36-863D-945D-8EC3-98425C21BC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5705D0-44E9-0F8C-EBDA-99D5CA83C4C7}"/>
              </a:ext>
            </a:extLst>
          </p:cNvPr>
          <p:cNvSpPr>
            <a:spLocks noGrp="1"/>
          </p:cNvSpPr>
          <p:nvPr>
            <p:ph type="sldNum" sz="quarter" idx="12"/>
          </p:nvPr>
        </p:nvSpPr>
        <p:spPr/>
        <p:txBody>
          <a:bodyPr/>
          <a:lstStyle/>
          <a:p>
            <a:fld id="{1CACEFE9-2711-48FC-BE31-842C5FE332B5}" type="slidenum">
              <a:rPr lang="en-US" smtClean="0"/>
              <a:t>‹#›</a:t>
            </a:fld>
            <a:endParaRPr lang="en-US"/>
          </a:p>
        </p:txBody>
      </p:sp>
    </p:spTree>
    <p:extLst>
      <p:ext uri="{BB962C8B-B14F-4D97-AF65-F5344CB8AC3E}">
        <p14:creationId xmlns:p14="http://schemas.microsoft.com/office/powerpoint/2010/main" val="3101316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72EF8-3CAE-8104-4430-2478C53A07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7311FF-045A-49A9-1FA4-C78C2B6B92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24868E-4645-785D-D244-4E478B2A45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938AF9-CD87-E958-0C8A-36EC5C5B8893}"/>
              </a:ext>
            </a:extLst>
          </p:cNvPr>
          <p:cNvSpPr>
            <a:spLocks noGrp="1"/>
          </p:cNvSpPr>
          <p:nvPr>
            <p:ph type="dt" sz="half" idx="10"/>
          </p:nvPr>
        </p:nvSpPr>
        <p:spPr/>
        <p:txBody>
          <a:bodyPr/>
          <a:lstStyle/>
          <a:p>
            <a:fld id="{7C61ACC9-BF47-443E-B60D-4E6D341F22B4}" type="datetimeFigureOut">
              <a:rPr lang="en-US" smtClean="0"/>
              <a:t>6/11/2025</a:t>
            </a:fld>
            <a:endParaRPr lang="en-US"/>
          </a:p>
        </p:txBody>
      </p:sp>
      <p:sp>
        <p:nvSpPr>
          <p:cNvPr id="6" name="Footer Placeholder 5">
            <a:extLst>
              <a:ext uri="{FF2B5EF4-FFF2-40B4-BE49-F238E27FC236}">
                <a16:creationId xmlns:a16="http://schemas.microsoft.com/office/drawing/2014/main" id="{D8C6F93B-CE96-AC6F-DE7B-2DB0CD27E7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AA9405-9146-23C3-F5AB-C3E77D9F35E6}"/>
              </a:ext>
            </a:extLst>
          </p:cNvPr>
          <p:cNvSpPr>
            <a:spLocks noGrp="1"/>
          </p:cNvSpPr>
          <p:nvPr>
            <p:ph type="sldNum" sz="quarter" idx="12"/>
          </p:nvPr>
        </p:nvSpPr>
        <p:spPr/>
        <p:txBody>
          <a:bodyPr/>
          <a:lstStyle/>
          <a:p>
            <a:fld id="{1CACEFE9-2711-48FC-BE31-842C5FE332B5}" type="slidenum">
              <a:rPr lang="en-US" smtClean="0"/>
              <a:t>‹#›</a:t>
            </a:fld>
            <a:endParaRPr lang="en-US"/>
          </a:p>
        </p:txBody>
      </p:sp>
    </p:spTree>
    <p:extLst>
      <p:ext uri="{BB962C8B-B14F-4D97-AF65-F5344CB8AC3E}">
        <p14:creationId xmlns:p14="http://schemas.microsoft.com/office/powerpoint/2010/main" val="379163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D6AB5-D444-2B52-0F0A-0614163D58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0AC11A-AF4F-FDB4-2F82-B6340BE86A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27F2FC-2ED1-CF3F-46AF-85200D1CE5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ACE46B-E986-091A-A57F-5D4213BC98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48FC38-8BA8-3194-816F-ED8B752F88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E0C7519-7A52-E861-3A3C-ABA11F9478BD}"/>
              </a:ext>
            </a:extLst>
          </p:cNvPr>
          <p:cNvSpPr>
            <a:spLocks noGrp="1"/>
          </p:cNvSpPr>
          <p:nvPr>
            <p:ph type="dt" sz="half" idx="10"/>
          </p:nvPr>
        </p:nvSpPr>
        <p:spPr/>
        <p:txBody>
          <a:bodyPr/>
          <a:lstStyle/>
          <a:p>
            <a:fld id="{7C61ACC9-BF47-443E-B60D-4E6D341F22B4}" type="datetimeFigureOut">
              <a:rPr lang="en-US" smtClean="0"/>
              <a:t>6/11/2025</a:t>
            </a:fld>
            <a:endParaRPr lang="en-US"/>
          </a:p>
        </p:txBody>
      </p:sp>
      <p:sp>
        <p:nvSpPr>
          <p:cNvPr id="8" name="Footer Placeholder 7">
            <a:extLst>
              <a:ext uri="{FF2B5EF4-FFF2-40B4-BE49-F238E27FC236}">
                <a16:creationId xmlns:a16="http://schemas.microsoft.com/office/drawing/2014/main" id="{ED6DDB09-691A-3A10-69B9-0AF3E43BFA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26EF06-AC91-F50A-A145-80CDC16C4B73}"/>
              </a:ext>
            </a:extLst>
          </p:cNvPr>
          <p:cNvSpPr>
            <a:spLocks noGrp="1"/>
          </p:cNvSpPr>
          <p:nvPr>
            <p:ph type="sldNum" sz="quarter" idx="12"/>
          </p:nvPr>
        </p:nvSpPr>
        <p:spPr/>
        <p:txBody>
          <a:bodyPr/>
          <a:lstStyle/>
          <a:p>
            <a:fld id="{1CACEFE9-2711-48FC-BE31-842C5FE332B5}" type="slidenum">
              <a:rPr lang="en-US" smtClean="0"/>
              <a:t>‹#›</a:t>
            </a:fld>
            <a:endParaRPr lang="en-US"/>
          </a:p>
        </p:txBody>
      </p:sp>
    </p:spTree>
    <p:extLst>
      <p:ext uri="{BB962C8B-B14F-4D97-AF65-F5344CB8AC3E}">
        <p14:creationId xmlns:p14="http://schemas.microsoft.com/office/powerpoint/2010/main" val="357217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F837B-46AC-DDB2-0A02-BA6CC7F8B0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D86FC5-05A3-81F0-728B-F4E3F4E1D95F}"/>
              </a:ext>
            </a:extLst>
          </p:cNvPr>
          <p:cNvSpPr>
            <a:spLocks noGrp="1"/>
          </p:cNvSpPr>
          <p:nvPr>
            <p:ph type="dt" sz="half" idx="10"/>
          </p:nvPr>
        </p:nvSpPr>
        <p:spPr/>
        <p:txBody>
          <a:bodyPr/>
          <a:lstStyle/>
          <a:p>
            <a:fld id="{7C61ACC9-BF47-443E-B60D-4E6D341F22B4}" type="datetimeFigureOut">
              <a:rPr lang="en-US" smtClean="0"/>
              <a:t>6/11/2025</a:t>
            </a:fld>
            <a:endParaRPr lang="en-US"/>
          </a:p>
        </p:txBody>
      </p:sp>
      <p:sp>
        <p:nvSpPr>
          <p:cNvPr id="4" name="Footer Placeholder 3">
            <a:extLst>
              <a:ext uri="{FF2B5EF4-FFF2-40B4-BE49-F238E27FC236}">
                <a16:creationId xmlns:a16="http://schemas.microsoft.com/office/drawing/2014/main" id="{90D7B625-5A20-7773-2A45-7BC9584047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82F04A-0E18-15C6-9E88-1C3A20AF2865}"/>
              </a:ext>
            </a:extLst>
          </p:cNvPr>
          <p:cNvSpPr>
            <a:spLocks noGrp="1"/>
          </p:cNvSpPr>
          <p:nvPr>
            <p:ph type="sldNum" sz="quarter" idx="12"/>
          </p:nvPr>
        </p:nvSpPr>
        <p:spPr/>
        <p:txBody>
          <a:bodyPr/>
          <a:lstStyle/>
          <a:p>
            <a:fld id="{1CACEFE9-2711-48FC-BE31-842C5FE332B5}" type="slidenum">
              <a:rPr lang="en-US" smtClean="0"/>
              <a:t>‹#›</a:t>
            </a:fld>
            <a:endParaRPr lang="en-US"/>
          </a:p>
        </p:txBody>
      </p:sp>
    </p:spTree>
    <p:extLst>
      <p:ext uri="{BB962C8B-B14F-4D97-AF65-F5344CB8AC3E}">
        <p14:creationId xmlns:p14="http://schemas.microsoft.com/office/powerpoint/2010/main" val="3796329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BA0595-5FD6-73FE-55D1-3A21093CC486}"/>
              </a:ext>
            </a:extLst>
          </p:cNvPr>
          <p:cNvSpPr>
            <a:spLocks noGrp="1"/>
          </p:cNvSpPr>
          <p:nvPr>
            <p:ph type="dt" sz="half" idx="10"/>
          </p:nvPr>
        </p:nvSpPr>
        <p:spPr/>
        <p:txBody>
          <a:bodyPr/>
          <a:lstStyle/>
          <a:p>
            <a:fld id="{7C61ACC9-BF47-443E-B60D-4E6D341F22B4}" type="datetimeFigureOut">
              <a:rPr lang="en-US" smtClean="0"/>
              <a:t>6/11/2025</a:t>
            </a:fld>
            <a:endParaRPr lang="en-US"/>
          </a:p>
        </p:txBody>
      </p:sp>
      <p:sp>
        <p:nvSpPr>
          <p:cNvPr id="3" name="Footer Placeholder 2">
            <a:extLst>
              <a:ext uri="{FF2B5EF4-FFF2-40B4-BE49-F238E27FC236}">
                <a16:creationId xmlns:a16="http://schemas.microsoft.com/office/drawing/2014/main" id="{D8255BA1-376B-8EF5-6F8F-A7C9F10EC1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740AB0-5552-25C4-E6CB-710768975E14}"/>
              </a:ext>
            </a:extLst>
          </p:cNvPr>
          <p:cNvSpPr>
            <a:spLocks noGrp="1"/>
          </p:cNvSpPr>
          <p:nvPr>
            <p:ph type="sldNum" sz="quarter" idx="12"/>
          </p:nvPr>
        </p:nvSpPr>
        <p:spPr/>
        <p:txBody>
          <a:bodyPr/>
          <a:lstStyle/>
          <a:p>
            <a:fld id="{1CACEFE9-2711-48FC-BE31-842C5FE332B5}" type="slidenum">
              <a:rPr lang="en-US" smtClean="0"/>
              <a:t>‹#›</a:t>
            </a:fld>
            <a:endParaRPr lang="en-US"/>
          </a:p>
        </p:txBody>
      </p:sp>
    </p:spTree>
    <p:extLst>
      <p:ext uri="{BB962C8B-B14F-4D97-AF65-F5344CB8AC3E}">
        <p14:creationId xmlns:p14="http://schemas.microsoft.com/office/powerpoint/2010/main" val="2380651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DEA6-294B-FB91-B0B0-712EEC2864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CD2A02-E3CF-18F1-D3D2-75636ECDC8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8C928D-4E61-B6DA-FB2D-8BC1E331E2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5CDDC6-CF02-702A-679F-E71FBC188649}"/>
              </a:ext>
            </a:extLst>
          </p:cNvPr>
          <p:cNvSpPr>
            <a:spLocks noGrp="1"/>
          </p:cNvSpPr>
          <p:nvPr>
            <p:ph type="dt" sz="half" idx="10"/>
          </p:nvPr>
        </p:nvSpPr>
        <p:spPr/>
        <p:txBody>
          <a:bodyPr/>
          <a:lstStyle/>
          <a:p>
            <a:fld id="{7C61ACC9-BF47-443E-B60D-4E6D341F22B4}" type="datetimeFigureOut">
              <a:rPr lang="en-US" smtClean="0"/>
              <a:t>6/11/2025</a:t>
            </a:fld>
            <a:endParaRPr lang="en-US"/>
          </a:p>
        </p:txBody>
      </p:sp>
      <p:sp>
        <p:nvSpPr>
          <p:cNvPr id="6" name="Footer Placeholder 5">
            <a:extLst>
              <a:ext uri="{FF2B5EF4-FFF2-40B4-BE49-F238E27FC236}">
                <a16:creationId xmlns:a16="http://schemas.microsoft.com/office/drawing/2014/main" id="{86E22574-BBD4-C056-7AAF-34DFF330F1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7E752B-CC28-EA20-6CF6-888981111008}"/>
              </a:ext>
            </a:extLst>
          </p:cNvPr>
          <p:cNvSpPr>
            <a:spLocks noGrp="1"/>
          </p:cNvSpPr>
          <p:nvPr>
            <p:ph type="sldNum" sz="quarter" idx="12"/>
          </p:nvPr>
        </p:nvSpPr>
        <p:spPr/>
        <p:txBody>
          <a:bodyPr/>
          <a:lstStyle/>
          <a:p>
            <a:fld id="{1CACEFE9-2711-48FC-BE31-842C5FE332B5}" type="slidenum">
              <a:rPr lang="en-US" smtClean="0"/>
              <a:t>‹#›</a:t>
            </a:fld>
            <a:endParaRPr lang="en-US"/>
          </a:p>
        </p:txBody>
      </p:sp>
    </p:spTree>
    <p:extLst>
      <p:ext uri="{BB962C8B-B14F-4D97-AF65-F5344CB8AC3E}">
        <p14:creationId xmlns:p14="http://schemas.microsoft.com/office/powerpoint/2010/main" val="1163519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7643B-A21E-6A3B-18D8-505737F1CB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4743C4-36B5-411E-4416-F47B25B0B6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C4CE63-D1B6-15A3-2284-8E79904B71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0EB7D9-5CFD-3797-DF33-AF9F8FE045E7}"/>
              </a:ext>
            </a:extLst>
          </p:cNvPr>
          <p:cNvSpPr>
            <a:spLocks noGrp="1"/>
          </p:cNvSpPr>
          <p:nvPr>
            <p:ph type="dt" sz="half" idx="10"/>
          </p:nvPr>
        </p:nvSpPr>
        <p:spPr/>
        <p:txBody>
          <a:bodyPr/>
          <a:lstStyle/>
          <a:p>
            <a:fld id="{7C61ACC9-BF47-443E-B60D-4E6D341F22B4}" type="datetimeFigureOut">
              <a:rPr lang="en-US" smtClean="0"/>
              <a:t>6/11/2025</a:t>
            </a:fld>
            <a:endParaRPr lang="en-US"/>
          </a:p>
        </p:txBody>
      </p:sp>
      <p:sp>
        <p:nvSpPr>
          <p:cNvPr id="6" name="Footer Placeholder 5">
            <a:extLst>
              <a:ext uri="{FF2B5EF4-FFF2-40B4-BE49-F238E27FC236}">
                <a16:creationId xmlns:a16="http://schemas.microsoft.com/office/drawing/2014/main" id="{419917D3-AE90-BDC8-9D80-09B878BEB6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B668D6-D1DE-9672-A8D0-54456599F71F}"/>
              </a:ext>
            </a:extLst>
          </p:cNvPr>
          <p:cNvSpPr>
            <a:spLocks noGrp="1"/>
          </p:cNvSpPr>
          <p:nvPr>
            <p:ph type="sldNum" sz="quarter" idx="12"/>
          </p:nvPr>
        </p:nvSpPr>
        <p:spPr/>
        <p:txBody>
          <a:bodyPr/>
          <a:lstStyle/>
          <a:p>
            <a:fld id="{1CACEFE9-2711-48FC-BE31-842C5FE332B5}" type="slidenum">
              <a:rPr lang="en-US" smtClean="0"/>
              <a:t>‹#›</a:t>
            </a:fld>
            <a:endParaRPr lang="en-US"/>
          </a:p>
        </p:txBody>
      </p:sp>
    </p:spTree>
    <p:extLst>
      <p:ext uri="{BB962C8B-B14F-4D97-AF65-F5344CB8AC3E}">
        <p14:creationId xmlns:p14="http://schemas.microsoft.com/office/powerpoint/2010/main" val="3891120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1C44D-2200-237E-5656-E894BF9109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956888-34F2-2C72-94CE-E7B8D6660D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91AB6A-BE48-AC63-B10E-38012FBFD886}"/>
              </a:ext>
            </a:extLst>
          </p:cNvPr>
          <p:cNvSpPr>
            <a:spLocks noGrp="1"/>
          </p:cNvSpPr>
          <p:nvPr>
            <p:ph type="dt" sz="half" idx="10"/>
          </p:nvPr>
        </p:nvSpPr>
        <p:spPr/>
        <p:txBody>
          <a:bodyPr/>
          <a:lstStyle/>
          <a:p>
            <a:fld id="{7C61ACC9-BF47-443E-B60D-4E6D341F22B4}" type="datetimeFigureOut">
              <a:rPr lang="en-US" smtClean="0"/>
              <a:t>6/11/2025</a:t>
            </a:fld>
            <a:endParaRPr lang="en-US"/>
          </a:p>
        </p:txBody>
      </p:sp>
      <p:sp>
        <p:nvSpPr>
          <p:cNvPr id="5" name="Footer Placeholder 4">
            <a:extLst>
              <a:ext uri="{FF2B5EF4-FFF2-40B4-BE49-F238E27FC236}">
                <a16:creationId xmlns:a16="http://schemas.microsoft.com/office/drawing/2014/main" id="{DA44A8B7-95B3-F854-9155-E252C18AFA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28818B-EB30-FBC5-220A-455D7FE3F8D1}"/>
              </a:ext>
            </a:extLst>
          </p:cNvPr>
          <p:cNvSpPr>
            <a:spLocks noGrp="1"/>
          </p:cNvSpPr>
          <p:nvPr>
            <p:ph type="sldNum" sz="quarter" idx="12"/>
          </p:nvPr>
        </p:nvSpPr>
        <p:spPr/>
        <p:txBody>
          <a:bodyPr/>
          <a:lstStyle/>
          <a:p>
            <a:fld id="{1CACEFE9-2711-48FC-BE31-842C5FE332B5}" type="slidenum">
              <a:rPr lang="en-US" smtClean="0"/>
              <a:t>‹#›</a:t>
            </a:fld>
            <a:endParaRPr lang="en-US"/>
          </a:p>
        </p:txBody>
      </p:sp>
    </p:spTree>
    <p:extLst>
      <p:ext uri="{BB962C8B-B14F-4D97-AF65-F5344CB8AC3E}">
        <p14:creationId xmlns:p14="http://schemas.microsoft.com/office/powerpoint/2010/main" val="2175854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8E7B99-43C7-72D8-C279-B68C9B2D47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94F68E-FF72-7B6D-D8B1-9B846B9B5B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921D20-E828-AB4A-494E-BD30397D7397}"/>
              </a:ext>
            </a:extLst>
          </p:cNvPr>
          <p:cNvSpPr>
            <a:spLocks noGrp="1"/>
          </p:cNvSpPr>
          <p:nvPr>
            <p:ph type="dt" sz="half" idx="10"/>
          </p:nvPr>
        </p:nvSpPr>
        <p:spPr/>
        <p:txBody>
          <a:bodyPr/>
          <a:lstStyle/>
          <a:p>
            <a:fld id="{7C61ACC9-BF47-443E-B60D-4E6D341F22B4}" type="datetimeFigureOut">
              <a:rPr lang="en-US" smtClean="0"/>
              <a:t>6/11/2025</a:t>
            </a:fld>
            <a:endParaRPr lang="en-US"/>
          </a:p>
        </p:txBody>
      </p:sp>
      <p:sp>
        <p:nvSpPr>
          <p:cNvPr id="5" name="Footer Placeholder 4">
            <a:extLst>
              <a:ext uri="{FF2B5EF4-FFF2-40B4-BE49-F238E27FC236}">
                <a16:creationId xmlns:a16="http://schemas.microsoft.com/office/drawing/2014/main" id="{6D6CF378-8588-ECF8-9A7A-29DE984110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E1FC7C-3C77-2E26-3C18-D2EB72590C8B}"/>
              </a:ext>
            </a:extLst>
          </p:cNvPr>
          <p:cNvSpPr>
            <a:spLocks noGrp="1"/>
          </p:cNvSpPr>
          <p:nvPr>
            <p:ph type="sldNum" sz="quarter" idx="12"/>
          </p:nvPr>
        </p:nvSpPr>
        <p:spPr/>
        <p:txBody>
          <a:bodyPr/>
          <a:lstStyle/>
          <a:p>
            <a:fld id="{1CACEFE9-2711-48FC-BE31-842C5FE332B5}" type="slidenum">
              <a:rPr lang="en-US" smtClean="0"/>
              <a:t>‹#›</a:t>
            </a:fld>
            <a:endParaRPr lang="en-US"/>
          </a:p>
        </p:txBody>
      </p:sp>
    </p:spTree>
    <p:extLst>
      <p:ext uri="{BB962C8B-B14F-4D97-AF65-F5344CB8AC3E}">
        <p14:creationId xmlns:p14="http://schemas.microsoft.com/office/powerpoint/2010/main" val="37980032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2_Title and Content">
  <p:cSld name="2_Title and Content">
    <p:spTree>
      <p:nvGrpSpPr>
        <p:cNvPr id="1" name="Shape 74"/>
        <p:cNvGrpSpPr/>
        <p:nvPr/>
      </p:nvGrpSpPr>
      <p:grpSpPr>
        <a:xfrm>
          <a:off x="0" y="0"/>
          <a:ext cx="0" cy="0"/>
          <a:chOff x="0" y="0"/>
          <a:chExt cx="0" cy="0"/>
        </a:xfrm>
      </p:grpSpPr>
      <p:sp>
        <p:nvSpPr>
          <p:cNvPr id="75" name="Google Shape;75;p15"/>
          <p:cNvSpPr/>
          <p:nvPr/>
        </p:nvSpPr>
        <p:spPr>
          <a:xfrm>
            <a:off x="8839200" y="0"/>
            <a:ext cx="2924048" cy="691896"/>
          </a:xfrm>
          <a:prstGeom prst="rect">
            <a:avLst/>
          </a:prstGeom>
          <a:blipFill rotWithShape="1">
            <a:blip r:embed="rId2">
              <a:alphaModFix/>
            </a:blip>
            <a:stretch>
              <a:fillRect/>
            </a:stretch>
          </a:blipFill>
          <a:ln>
            <a:noFill/>
          </a:ln>
        </p:spPr>
        <p:txBody>
          <a:bodyPr spcFirstLastPara="1" wrap="square" lIns="60933" tIns="60933" rIns="60933" bIns="60933"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2400" b="0" i="0" u="none" strike="noStrike" cap="none">
              <a:solidFill>
                <a:srgbClr val="000000"/>
              </a:solidFill>
              <a:latin typeface="Calibri"/>
              <a:ea typeface="Calibri"/>
              <a:cs typeface="Calibri"/>
              <a:sym typeface="Calibri"/>
            </a:endParaRPr>
          </a:p>
        </p:txBody>
      </p:sp>
      <p:sp>
        <p:nvSpPr>
          <p:cNvPr id="76" name="Google Shape;76;p15"/>
          <p:cNvSpPr/>
          <p:nvPr/>
        </p:nvSpPr>
        <p:spPr>
          <a:xfrm>
            <a:off x="5994402" y="6553199"/>
            <a:ext cx="3104897" cy="45723"/>
          </a:xfrm>
          <a:prstGeom prst="rect">
            <a:avLst/>
          </a:prstGeom>
          <a:solidFill>
            <a:srgbClr val="76C2E4"/>
          </a:solidFill>
          <a:ln>
            <a:noFill/>
          </a:ln>
        </p:spPr>
        <p:txBody>
          <a:bodyPr spcFirstLastPara="1" wrap="square" lIns="60933" tIns="60933" rIns="60933" bIns="60933"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2400" b="0" i="0" u="none" strike="noStrike" cap="none">
              <a:solidFill>
                <a:srgbClr val="000000"/>
              </a:solidFill>
              <a:latin typeface="Calibri"/>
              <a:ea typeface="Calibri"/>
              <a:cs typeface="Calibri"/>
              <a:sym typeface="Calibri"/>
            </a:endParaRPr>
          </a:p>
        </p:txBody>
      </p:sp>
      <p:sp>
        <p:nvSpPr>
          <p:cNvPr id="77" name="Google Shape;77;p15"/>
          <p:cNvSpPr/>
          <p:nvPr/>
        </p:nvSpPr>
        <p:spPr>
          <a:xfrm>
            <a:off x="2844800" y="6553199"/>
            <a:ext cx="3149600" cy="45723"/>
          </a:xfrm>
          <a:prstGeom prst="rect">
            <a:avLst/>
          </a:prstGeom>
          <a:solidFill>
            <a:srgbClr val="FBAF17"/>
          </a:solidFill>
          <a:ln>
            <a:noFill/>
          </a:ln>
        </p:spPr>
        <p:txBody>
          <a:bodyPr spcFirstLastPara="1" wrap="square" lIns="60933" tIns="60933" rIns="60933" bIns="60933"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2400" b="0" i="0" u="none" strike="noStrike" cap="none">
              <a:solidFill>
                <a:srgbClr val="000000"/>
              </a:solidFill>
              <a:latin typeface="Calibri"/>
              <a:ea typeface="Calibri"/>
              <a:cs typeface="Calibri"/>
              <a:sym typeface="Calibri"/>
            </a:endParaRPr>
          </a:p>
        </p:txBody>
      </p:sp>
      <p:sp>
        <p:nvSpPr>
          <p:cNvPr id="78" name="Google Shape;78;p15"/>
          <p:cNvSpPr/>
          <p:nvPr/>
        </p:nvSpPr>
        <p:spPr>
          <a:xfrm>
            <a:off x="9087106" y="6553199"/>
            <a:ext cx="3104897" cy="45723"/>
          </a:xfrm>
          <a:prstGeom prst="rect">
            <a:avLst/>
          </a:prstGeom>
          <a:solidFill>
            <a:srgbClr val="FF0000"/>
          </a:solidFill>
          <a:ln>
            <a:noFill/>
          </a:ln>
        </p:spPr>
        <p:txBody>
          <a:bodyPr spcFirstLastPara="1" wrap="square" lIns="60933" tIns="60933" rIns="60933" bIns="60933"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2400" b="0" i="0" u="none" strike="noStrike" cap="none">
              <a:solidFill>
                <a:srgbClr val="000000"/>
              </a:solidFill>
              <a:latin typeface="Calibri"/>
              <a:ea typeface="Calibri"/>
              <a:cs typeface="Calibri"/>
              <a:sym typeface="Calibri"/>
            </a:endParaRPr>
          </a:p>
        </p:txBody>
      </p:sp>
      <p:sp>
        <p:nvSpPr>
          <p:cNvPr id="79" name="Google Shape;79;p15"/>
          <p:cNvSpPr/>
          <p:nvPr/>
        </p:nvSpPr>
        <p:spPr>
          <a:xfrm>
            <a:off x="3149602" y="1295399"/>
            <a:ext cx="3104897" cy="45723"/>
          </a:xfrm>
          <a:prstGeom prst="rect">
            <a:avLst/>
          </a:prstGeom>
          <a:solidFill>
            <a:srgbClr val="76C2E4"/>
          </a:solidFill>
          <a:ln>
            <a:noFill/>
          </a:ln>
        </p:spPr>
        <p:txBody>
          <a:bodyPr spcFirstLastPara="1" wrap="square" lIns="60933" tIns="60933" rIns="60933" bIns="60933"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2400" b="0" i="0" u="none" strike="noStrike" cap="none">
              <a:solidFill>
                <a:srgbClr val="000000"/>
              </a:solidFill>
              <a:latin typeface="Calibri"/>
              <a:ea typeface="Calibri"/>
              <a:cs typeface="Calibri"/>
              <a:sym typeface="Calibri"/>
            </a:endParaRPr>
          </a:p>
        </p:txBody>
      </p:sp>
      <p:sp>
        <p:nvSpPr>
          <p:cNvPr id="80" name="Google Shape;80;p15"/>
          <p:cNvSpPr/>
          <p:nvPr/>
        </p:nvSpPr>
        <p:spPr>
          <a:xfrm>
            <a:off x="0" y="1295399"/>
            <a:ext cx="3149600" cy="45723"/>
          </a:xfrm>
          <a:prstGeom prst="rect">
            <a:avLst/>
          </a:prstGeom>
          <a:solidFill>
            <a:srgbClr val="FBAF17"/>
          </a:solidFill>
          <a:ln>
            <a:noFill/>
          </a:ln>
        </p:spPr>
        <p:txBody>
          <a:bodyPr spcFirstLastPara="1" wrap="square" lIns="60933" tIns="60933" rIns="60933" bIns="60933"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2400" b="0" i="0" u="none" strike="noStrike" cap="none">
              <a:solidFill>
                <a:srgbClr val="000000"/>
              </a:solidFill>
              <a:latin typeface="Calibri"/>
              <a:ea typeface="Calibri"/>
              <a:cs typeface="Calibri"/>
              <a:sym typeface="Calibri"/>
            </a:endParaRPr>
          </a:p>
        </p:txBody>
      </p:sp>
      <p:sp>
        <p:nvSpPr>
          <p:cNvPr id="81" name="Google Shape;81;p15"/>
          <p:cNvSpPr/>
          <p:nvPr/>
        </p:nvSpPr>
        <p:spPr>
          <a:xfrm>
            <a:off x="6242306" y="1295399"/>
            <a:ext cx="3104897" cy="45723"/>
          </a:xfrm>
          <a:prstGeom prst="rect">
            <a:avLst/>
          </a:prstGeom>
          <a:solidFill>
            <a:srgbClr val="FF0000"/>
          </a:solidFill>
          <a:ln>
            <a:noFill/>
          </a:ln>
        </p:spPr>
        <p:txBody>
          <a:bodyPr spcFirstLastPara="1" wrap="square" lIns="60933" tIns="60933" rIns="60933" bIns="60933"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2400" b="0" i="0" u="none" strike="noStrike" cap="none">
              <a:solidFill>
                <a:srgbClr val="000000"/>
              </a:solidFill>
              <a:latin typeface="Calibri"/>
              <a:ea typeface="Calibri"/>
              <a:cs typeface="Calibri"/>
              <a:sym typeface="Calibri"/>
            </a:endParaRPr>
          </a:p>
        </p:txBody>
      </p:sp>
      <p:sp>
        <p:nvSpPr>
          <p:cNvPr id="82" name="Google Shape;82;p15"/>
          <p:cNvSpPr txBox="1"/>
          <p:nvPr/>
        </p:nvSpPr>
        <p:spPr>
          <a:xfrm>
            <a:off x="4429759" y="6596063"/>
            <a:ext cx="7701283" cy="348824"/>
          </a:xfrm>
          <a:prstGeom prst="rect">
            <a:avLst/>
          </a:prstGeom>
          <a:noFill/>
          <a:ln>
            <a:noFill/>
          </a:ln>
        </p:spPr>
        <p:txBody>
          <a:bodyPr spcFirstLastPara="1" wrap="square" lIns="60933" tIns="60933" rIns="60933" bIns="60933" anchor="t" anchorCtr="0">
            <a:spAutoFit/>
          </a:bodyPr>
          <a:lstStyle/>
          <a:p>
            <a:pPr marL="0" marR="0" lvl="0" indent="0" algn="r" rtl="0">
              <a:lnSpc>
                <a:spcPct val="100000"/>
              </a:lnSpc>
              <a:spcBef>
                <a:spcPts val="0"/>
              </a:spcBef>
              <a:spcAft>
                <a:spcPts val="0"/>
              </a:spcAft>
              <a:buClr>
                <a:srgbClr val="101141"/>
              </a:buClr>
              <a:buSzPts val="800"/>
              <a:buFont typeface="Arial"/>
              <a:buNone/>
            </a:pPr>
            <a:r>
              <a:rPr lang="en-GB" sz="1467" b="1" i="0" u="none" strike="noStrike" cap="none">
                <a:solidFill>
                  <a:srgbClr val="101141"/>
                </a:solidFill>
                <a:latin typeface="Arial"/>
                <a:ea typeface="Arial"/>
                <a:cs typeface="Arial"/>
                <a:sym typeface="Arial"/>
              </a:rPr>
              <a:t>BITS </a:t>
            </a:r>
            <a:r>
              <a:rPr lang="en-GB" sz="1467" b="0" i="0" u="none" strike="noStrike" cap="none">
                <a:solidFill>
                  <a:srgbClr val="101141"/>
                </a:solidFill>
                <a:latin typeface="Arial"/>
                <a:ea typeface="Arial"/>
                <a:cs typeface="Arial"/>
                <a:sym typeface="Arial"/>
              </a:rPr>
              <a:t>Pilani, Pilani Campus</a:t>
            </a:r>
            <a:endParaRPr sz="2400" b="0" i="0" u="none" strike="noStrike" cap="none">
              <a:solidFill>
                <a:schemeClr val="dk1"/>
              </a:solidFill>
              <a:latin typeface="Arial"/>
              <a:ea typeface="Arial"/>
              <a:cs typeface="Arial"/>
              <a:sym typeface="Arial"/>
            </a:endParaRPr>
          </a:p>
        </p:txBody>
      </p:sp>
      <p:grpSp>
        <p:nvGrpSpPr>
          <p:cNvPr id="83" name="Google Shape;83;p15"/>
          <p:cNvGrpSpPr/>
          <p:nvPr/>
        </p:nvGrpSpPr>
        <p:grpSpPr>
          <a:xfrm>
            <a:off x="2779186" y="6550027"/>
            <a:ext cx="9412817" cy="49215"/>
            <a:chOff x="0" y="0"/>
            <a:chExt cx="7059612" cy="49213"/>
          </a:xfrm>
        </p:grpSpPr>
        <p:sp>
          <p:nvSpPr>
            <p:cNvPr id="84" name="Google Shape;84;p15"/>
            <p:cNvSpPr/>
            <p:nvPr/>
          </p:nvSpPr>
          <p:spPr>
            <a:xfrm>
              <a:off x="2546349" y="0"/>
              <a:ext cx="2328863" cy="49213"/>
            </a:xfrm>
            <a:prstGeom prst="rect">
              <a:avLst/>
            </a:prstGeom>
            <a:solidFill>
              <a:srgbClr val="76C2E5"/>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FFFFFF"/>
                </a:buClr>
                <a:buSzPts val="1100"/>
                <a:buFont typeface="Calibri"/>
                <a:buNone/>
              </a:pPr>
              <a:endParaRPr sz="1867" b="0" i="0" u="none" strike="noStrike" cap="none">
                <a:solidFill>
                  <a:srgbClr val="FFFFFF"/>
                </a:solidFill>
                <a:latin typeface="Calibri"/>
                <a:ea typeface="Calibri"/>
                <a:cs typeface="Calibri"/>
                <a:sym typeface="Calibri"/>
              </a:endParaRPr>
            </a:p>
          </p:txBody>
        </p:sp>
        <p:sp>
          <p:nvSpPr>
            <p:cNvPr id="85" name="Google Shape;85;p15"/>
            <p:cNvSpPr/>
            <p:nvPr/>
          </p:nvSpPr>
          <p:spPr>
            <a:xfrm>
              <a:off x="4824412" y="0"/>
              <a:ext cx="2235200" cy="46038"/>
            </a:xfrm>
            <a:prstGeom prst="rect">
              <a:avLst/>
            </a:prstGeom>
            <a:solidFill>
              <a:srgbClr val="E31C24"/>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FFFFFF"/>
                </a:buClr>
                <a:buSzPts val="1100"/>
                <a:buFont typeface="Calibri"/>
                <a:buNone/>
              </a:pPr>
              <a:endParaRPr sz="1867" b="0" i="0" u="none" strike="noStrike" cap="none">
                <a:solidFill>
                  <a:srgbClr val="FFFFFF"/>
                </a:solidFill>
                <a:latin typeface="Calibri"/>
                <a:ea typeface="Calibri"/>
                <a:cs typeface="Calibri"/>
                <a:sym typeface="Calibri"/>
              </a:endParaRPr>
            </a:p>
          </p:txBody>
        </p:sp>
        <p:sp>
          <p:nvSpPr>
            <p:cNvPr id="86" name="Google Shape;86;p15"/>
            <p:cNvSpPr/>
            <p:nvPr/>
          </p:nvSpPr>
          <p:spPr>
            <a:xfrm>
              <a:off x="0" y="0"/>
              <a:ext cx="2581276" cy="49213"/>
            </a:xfrm>
            <a:prstGeom prst="rect">
              <a:avLst/>
            </a:prstGeom>
            <a:solidFill>
              <a:srgbClr val="FCB017"/>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FFFFFF"/>
                </a:buClr>
                <a:buSzPts val="1100"/>
                <a:buFont typeface="Calibri"/>
                <a:buNone/>
              </a:pPr>
              <a:endParaRPr sz="1867" b="0" i="0" u="none" strike="noStrike" cap="none">
                <a:solidFill>
                  <a:srgbClr val="FFFFFF"/>
                </a:solidFill>
                <a:latin typeface="Calibri"/>
                <a:ea typeface="Calibri"/>
                <a:cs typeface="Calibri"/>
                <a:sym typeface="Calibri"/>
              </a:endParaRPr>
            </a:p>
          </p:txBody>
        </p:sp>
      </p:grpSp>
      <p:pic>
        <p:nvPicPr>
          <p:cNvPr id="87" name="Google Shape;87;p15" descr="Picture 11"/>
          <p:cNvPicPr preferRelativeResize="0"/>
          <p:nvPr/>
        </p:nvPicPr>
        <p:blipFill rotWithShape="1">
          <a:blip r:embed="rId3">
            <a:alphaModFix/>
          </a:blip>
          <a:srcRect l="1923" b="5334"/>
          <a:stretch/>
        </p:blipFill>
        <p:spPr>
          <a:xfrm>
            <a:off x="8839202" y="-1"/>
            <a:ext cx="2925233" cy="692152"/>
          </a:xfrm>
          <a:prstGeom prst="rect">
            <a:avLst/>
          </a:prstGeom>
          <a:noFill/>
          <a:ln>
            <a:noFill/>
          </a:ln>
        </p:spPr>
      </p:pic>
      <p:grpSp>
        <p:nvGrpSpPr>
          <p:cNvPr id="88" name="Google Shape;88;p15"/>
          <p:cNvGrpSpPr/>
          <p:nvPr/>
        </p:nvGrpSpPr>
        <p:grpSpPr>
          <a:xfrm>
            <a:off x="2844799" y="6553202"/>
            <a:ext cx="9347204" cy="46039"/>
            <a:chOff x="-1" y="0"/>
            <a:chExt cx="7010402" cy="46038"/>
          </a:xfrm>
        </p:grpSpPr>
        <p:sp>
          <p:nvSpPr>
            <p:cNvPr id="89" name="Google Shape;89;p15"/>
            <p:cNvSpPr/>
            <p:nvPr/>
          </p:nvSpPr>
          <p:spPr>
            <a:xfrm>
              <a:off x="2362199" y="0"/>
              <a:ext cx="2328865" cy="46038"/>
            </a:xfrm>
            <a:prstGeom prst="rect">
              <a:avLst/>
            </a:prstGeom>
            <a:solidFill>
              <a:srgbClr val="76C2E5"/>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FFFFFF"/>
                </a:buClr>
                <a:buSzPts val="1100"/>
                <a:buFont typeface="Calibri"/>
                <a:buNone/>
              </a:pPr>
              <a:endParaRPr sz="1867" b="0" i="0" u="none" strike="noStrike" cap="none">
                <a:solidFill>
                  <a:srgbClr val="FFFFFF"/>
                </a:solidFill>
                <a:latin typeface="Calibri"/>
                <a:ea typeface="Calibri"/>
                <a:cs typeface="Calibri"/>
                <a:sym typeface="Calibri"/>
              </a:endParaRPr>
            </a:p>
          </p:txBody>
        </p:sp>
        <p:sp>
          <p:nvSpPr>
            <p:cNvPr id="90" name="Google Shape;90;p15"/>
            <p:cNvSpPr/>
            <p:nvPr/>
          </p:nvSpPr>
          <p:spPr>
            <a:xfrm>
              <a:off x="-1" y="0"/>
              <a:ext cx="2362201" cy="46038"/>
            </a:xfrm>
            <a:prstGeom prst="rect">
              <a:avLst/>
            </a:prstGeom>
            <a:solidFill>
              <a:srgbClr val="FCB017"/>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FFFFFF"/>
                </a:buClr>
                <a:buSzPts val="1100"/>
                <a:buFont typeface="Calibri"/>
                <a:buNone/>
              </a:pPr>
              <a:endParaRPr sz="1867" b="0" i="0" u="none" strike="noStrike" cap="none">
                <a:solidFill>
                  <a:srgbClr val="FFFFFF"/>
                </a:solidFill>
                <a:latin typeface="Calibri"/>
                <a:ea typeface="Calibri"/>
                <a:cs typeface="Calibri"/>
                <a:sym typeface="Calibri"/>
              </a:endParaRPr>
            </a:p>
          </p:txBody>
        </p:sp>
        <p:sp>
          <p:nvSpPr>
            <p:cNvPr id="91" name="Google Shape;91;p15"/>
            <p:cNvSpPr/>
            <p:nvPr/>
          </p:nvSpPr>
          <p:spPr>
            <a:xfrm>
              <a:off x="4681537" y="0"/>
              <a:ext cx="2328864" cy="46038"/>
            </a:xfrm>
            <a:prstGeom prst="rect">
              <a:avLst/>
            </a:prstGeom>
            <a:solidFill>
              <a:srgbClr val="FF0000"/>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FFFFFF"/>
                </a:buClr>
                <a:buSzPts val="1100"/>
                <a:buFont typeface="Calibri"/>
                <a:buNone/>
              </a:pPr>
              <a:endParaRPr sz="1867" b="0" i="0" u="none" strike="noStrike" cap="none">
                <a:solidFill>
                  <a:srgbClr val="FFFFFF"/>
                </a:solidFill>
                <a:latin typeface="Calibri"/>
                <a:ea typeface="Calibri"/>
                <a:cs typeface="Calibri"/>
                <a:sym typeface="Calibri"/>
              </a:endParaRPr>
            </a:p>
          </p:txBody>
        </p:sp>
      </p:grpSp>
      <p:grpSp>
        <p:nvGrpSpPr>
          <p:cNvPr id="92" name="Google Shape;92;p15"/>
          <p:cNvGrpSpPr/>
          <p:nvPr/>
        </p:nvGrpSpPr>
        <p:grpSpPr>
          <a:xfrm>
            <a:off x="-1" y="1295402"/>
            <a:ext cx="9347204" cy="46039"/>
            <a:chOff x="-1" y="0"/>
            <a:chExt cx="7010402" cy="46038"/>
          </a:xfrm>
        </p:grpSpPr>
        <p:sp>
          <p:nvSpPr>
            <p:cNvPr id="93" name="Google Shape;93;p15"/>
            <p:cNvSpPr/>
            <p:nvPr/>
          </p:nvSpPr>
          <p:spPr>
            <a:xfrm>
              <a:off x="2362199" y="0"/>
              <a:ext cx="2328865" cy="46038"/>
            </a:xfrm>
            <a:prstGeom prst="rect">
              <a:avLst/>
            </a:prstGeom>
            <a:solidFill>
              <a:srgbClr val="76C2E5"/>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FFFFFF"/>
                </a:buClr>
                <a:buSzPts val="1100"/>
                <a:buFont typeface="Calibri"/>
                <a:buNone/>
              </a:pPr>
              <a:endParaRPr sz="1867" b="0" i="0" u="none" strike="noStrike" cap="none">
                <a:solidFill>
                  <a:srgbClr val="FFFFFF"/>
                </a:solidFill>
                <a:latin typeface="Calibri"/>
                <a:ea typeface="Calibri"/>
                <a:cs typeface="Calibri"/>
                <a:sym typeface="Calibri"/>
              </a:endParaRPr>
            </a:p>
          </p:txBody>
        </p:sp>
        <p:sp>
          <p:nvSpPr>
            <p:cNvPr id="94" name="Google Shape;94;p15"/>
            <p:cNvSpPr/>
            <p:nvPr/>
          </p:nvSpPr>
          <p:spPr>
            <a:xfrm>
              <a:off x="-1" y="0"/>
              <a:ext cx="2362201" cy="46038"/>
            </a:xfrm>
            <a:prstGeom prst="rect">
              <a:avLst/>
            </a:prstGeom>
            <a:solidFill>
              <a:srgbClr val="FCB017"/>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FFFFFF"/>
                </a:buClr>
                <a:buSzPts val="1100"/>
                <a:buFont typeface="Calibri"/>
                <a:buNone/>
              </a:pPr>
              <a:endParaRPr sz="1867" b="0" i="0" u="none" strike="noStrike" cap="none">
                <a:solidFill>
                  <a:srgbClr val="FFFFFF"/>
                </a:solidFill>
                <a:latin typeface="Calibri"/>
                <a:ea typeface="Calibri"/>
                <a:cs typeface="Calibri"/>
                <a:sym typeface="Calibri"/>
              </a:endParaRPr>
            </a:p>
          </p:txBody>
        </p:sp>
        <p:sp>
          <p:nvSpPr>
            <p:cNvPr id="95" name="Google Shape;95;p15"/>
            <p:cNvSpPr/>
            <p:nvPr/>
          </p:nvSpPr>
          <p:spPr>
            <a:xfrm>
              <a:off x="4681537" y="0"/>
              <a:ext cx="2328864" cy="46038"/>
            </a:xfrm>
            <a:prstGeom prst="rect">
              <a:avLst/>
            </a:prstGeom>
            <a:solidFill>
              <a:srgbClr val="FF0000"/>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FFFFFF"/>
                </a:buClr>
                <a:buSzPts val="1100"/>
                <a:buFont typeface="Calibri"/>
                <a:buNone/>
              </a:pPr>
              <a:endParaRPr sz="1867" b="0" i="0" u="none" strike="noStrike" cap="none">
                <a:solidFill>
                  <a:srgbClr val="FFFFFF"/>
                </a:solidFill>
                <a:latin typeface="Calibri"/>
                <a:ea typeface="Calibri"/>
                <a:cs typeface="Calibri"/>
                <a:sym typeface="Calibri"/>
              </a:endParaRPr>
            </a:p>
          </p:txBody>
        </p:sp>
      </p:grpSp>
      <p:sp>
        <p:nvSpPr>
          <p:cNvPr id="96" name="Google Shape;96;p15"/>
          <p:cNvSpPr txBox="1">
            <a:spLocks noGrp="1"/>
          </p:cNvSpPr>
          <p:nvPr>
            <p:ph type="body" idx="1"/>
          </p:nvPr>
        </p:nvSpPr>
        <p:spPr>
          <a:xfrm>
            <a:off x="406400" y="1493837"/>
            <a:ext cx="10972800" cy="4525963"/>
          </a:xfrm>
          <a:prstGeom prst="rect">
            <a:avLst/>
          </a:prstGeom>
          <a:noFill/>
          <a:ln>
            <a:noFill/>
          </a:ln>
        </p:spPr>
        <p:txBody>
          <a:bodyPr spcFirstLastPara="1" wrap="square" lIns="0" tIns="0" rIns="0" bIns="0" anchor="t" anchorCtr="0">
            <a:normAutofit/>
          </a:bodyPr>
          <a:lstStyle>
            <a:lvl1pPr marL="609585" lvl="0" indent="-304792" algn="l">
              <a:lnSpc>
                <a:spcPct val="100000"/>
              </a:lnSpc>
              <a:spcBef>
                <a:spcPts val="667"/>
              </a:spcBef>
              <a:spcAft>
                <a:spcPts val="0"/>
              </a:spcAft>
              <a:buClr>
                <a:srgbClr val="000000"/>
              </a:buClr>
              <a:buSzPts val="1400"/>
              <a:buNone/>
              <a:defRPr/>
            </a:lvl1pPr>
            <a:lvl2pPr marL="1219170" lvl="1" indent="-423323" algn="l">
              <a:lnSpc>
                <a:spcPct val="100000"/>
              </a:lnSpc>
              <a:spcBef>
                <a:spcPts val="667"/>
              </a:spcBef>
              <a:spcAft>
                <a:spcPts val="0"/>
              </a:spcAft>
              <a:buClr>
                <a:srgbClr val="000000"/>
              </a:buClr>
              <a:buSzPts val="1400"/>
              <a:buChar char="–"/>
              <a:defRPr/>
            </a:lvl2pPr>
            <a:lvl3pPr marL="1828754" lvl="2" indent="-304792" algn="l">
              <a:lnSpc>
                <a:spcPct val="100000"/>
              </a:lnSpc>
              <a:spcBef>
                <a:spcPts val="667"/>
              </a:spcBef>
              <a:spcAft>
                <a:spcPts val="0"/>
              </a:spcAft>
              <a:buClr>
                <a:srgbClr val="000000"/>
              </a:buClr>
              <a:buSzPts val="1400"/>
              <a:buNone/>
              <a:defRPr/>
            </a:lvl3pPr>
            <a:lvl4pPr marL="2438339" lvl="3" indent="-304792" algn="l">
              <a:lnSpc>
                <a:spcPct val="100000"/>
              </a:lnSpc>
              <a:spcBef>
                <a:spcPts val="667"/>
              </a:spcBef>
              <a:spcAft>
                <a:spcPts val="0"/>
              </a:spcAft>
              <a:buClr>
                <a:srgbClr val="000000"/>
              </a:buClr>
              <a:buSzPts val="1400"/>
              <a:buNone/>
              <a:defRPr/>
            </a:lvl4pPr>
            <a:lvl5pPr marL="3047924" lvl="4" indent="-304792" algn="l">
              <a:lnSpc>
                <a:spcPct val="100000"/>
              </a:lnSpc>
              <a:spcBef>
                <a:spcPts val="667"/>
              </a:spcBef>
              <a:spcAft>
                <a:spcPts val="0"/>
              </a:spcAft>
              <a:buClr>
                <a:srgbClr val="000000"/>
              </a:buClr>
              <a:buSzPts val="1400"/>
              <a:buNone/>
              <a:defRPr/>
            </a:lvl5pPr>
            <a:lvl6pPr marL="3657509" lvl="5" indent="-304792" algn="l">
              <a:lnSpc>
                <a:spcPct val="100000"/>
              </a:lnSpc>
              <a:spcBef>
                <a:spcPts val="533"/>
              </a:spcBef>
              <a:spcAft>
                <a:spcPts val="0"/>
              </a:spcAft>
              <a:buClr>
                <a:srgbClr val="000000"/>
              </a:buClr>
              <a:buSzPts val="1400"/>
              <a:buNone/>
              <a:defRPr/>
            </a:lvl6pPr>
            <a:lvl7pPr marL="4267093" lvl="6" indent="-304792" algn="l">
              <a:lnSpc>
                <a:spcPct val="100000"/>
              </a:lnSpc>
              <a:spcBef>
                <a:spcPts val="533"/>
              </a:spcBef>
              <a:spcAft>
                <a:spcPts val="0"/>
              </a:spcAft>
              <a:buClr>
                <a:srgbClr val="000000"/>
              </a:buClr>
              <a:buSzPts val="1400"/>
              <a:buNone/>
              <a:defRPr/>
            </a:lvl7pPr>
            <a:lvl8pPr marL="4876678" lvl="7" indent="-304792" algn="l">
              <a:lnSpc>
                <a:spcPct val="100000"/>
              </a:lnSpc>
              <a:spcBef>
                <a:spcPts val="533"/>
              </a:spcBef>
              <a:spcAft>
                <a:spcPts val="0"/>
              </a:spcAft>
              <a:buClr>
                <a:srgbClr val="000000"/>
              </a:buClr>
              <a:buSzPts val="1400"/>
              <a:buNone/>
              <a:defRPr/>
            </a:lvl8pPr>
            <a:lvl9pPr marL="5486263" lvl="8" indent="-304792" algn="l">
              <a:lnSpc>
                <a:spcPct val="100000"/>
              </a:lnSpc>
              <a:spcBef>
                <a:spcPts val="533"/>
              </a:spcBef>
              <a:spcAft>
                <a:spcPts val="0"/>
              </a:spcAft>
              <a:buClr>
                <a:srgbClr val="000000"/>
              </a:buClr>
              <a:buSzPts val="1400"/>
              <a:buNone/>
              <a:defRPr/>
            </a:lvl9pPr>
          </a:lstStyle>
          <a:p>
            <a:endParaRPr/>
          </a:p>
        </p:txBody>
      </p:sp>
      <p:sp>
        <p:nvSpPr>
          <p:cNvPr id="97" name="Google Shape;97;p15"/>
          <p:cNvSpPr txBox="1">
            <a:spLocks noGrp="1"/>
          </p:cNvSpPr>
          <p:nvPr>
            <p:ph type="sldNum" idx="12"/>
          </p:nvPr>
        </p:nvSpPr>
        <p:spPr>
          <a:xfrm>
            <a:off x="5892800" y="6356353"/>
            <a:ext cx="2844800" cy="331501"/>
          </a:xfrm>
          <a:prstGeom prst="rect">
            <a:avLst/>
          </a:prstGeom>
          <a:noFill/>
          <a:ln>
            <a:noFill/>
          </a:ln>
        </p:spPr>
        <p:txBody>
          <a:bodyPr spcFirstLastPara="1" wrap="square" lIns="0" tIns="0" rIns="0" bIns="0" anchor="t" anchorCtr="0">
            <a:spAutoFit/>
          </a:bodyPr>
          <a:lstStyle>
            <a:lvl1pPr marL="0" lvl="0" indent="0" algn="r">
              <a:lnSpc>
                <a:spcPct val="100875"/>
              </a:lnSpc>
              <a:spcBef>
                <a:spcPts val="0"/>
              </a:spcBef>
              <a:spcAft>
                <a:spcPts val="0"/>
              </a:spcAft>
              <a:buClr>
                <a:srgbClr val="000000"/>
              </a:buClr>
              <a:buSzPts val="1200"/>
              <a:buFont typeface="Arial"/>
              <a:buNone/>
              <a:defRPr sz="2133" b="1" i="0" u="none" strike="noStrike" cap="none">
                <a:solidFill>
                  <a:srgbClr val="757575"/>
                </a:solidFill>
                <a:latin typeface="Arial"/>
                <a:ea typeface="Arial"/>
                <a:cs typeface="Arial"/>
                <a:sym typeface="Arial"/>
              </a:defRPr>
            </a:lvl1pPr>
            <a:lvl2pPr marL="0" lvl="1" indent="0" algn="r">
              <a:lnSpc>
                <a:spcPct val="100875"/>
              </a:lnSpc>
              <a:spcBef>
                <a:spcPts val="0"/>
              </a:spcBef>
              <a:spcAft>
                <a:spcPts val="0"/>
              </a:spcAft>
              <a:buClr>
                <a:srgbClr val="000000"/>
              </a:buClr>
              <a:buSzPts val="1200"/>
              <a:buFont typeface="Arial"/>
              <a:buNone/>
              <a:defRPr sz="2133" b="1" i="0" u="none" strike="noStrike" cap="none">
                <a:solidFill>
                  <a:srgbClr val="757575"/>
                </a:solidFill>
                <a:latin typeface="Arial"/>
                <a:ea typeface="Arial"/>
                <a:cs typeface="Arial"/>
                <a:sym typeface="Arial"/>
              </a:defRPr>
            </a:lvl2pPr>
            <a:lvl3pPr marL="0" lvl="2" indent="0" algn="r">
              <a:lnSpc>
                <a:spcPct val="100875"/>
              </a:lnSpc>
              <a:spcBef>
                <a:spcPts val="0"/>
              </a:spcBef>
              <a:spcAft>
                <a:spcPts val="0"/>
              </a:spcAft>
              <a:buClr>
                <a:srgbClr val="000000"/>
              </a:buClr>
              <a:buSzPts val="1200"/>
              <a:buFont typeface="Arial"/>
              <a:buNone/>
              <a:defRPr sz="2133" b="1" i="0" u="none" strike="noStrike" cap="none">
                <a:solidFill>
                  <a:srgbClr val="757575"/>
                </a:solidFill>
                <a:latin typeface="Arial"/>
                <a:ea typeface="Arial"/>
                <a:cs typeface="Arial"/>
                <a:sym typeface="Arial"/>
              </a:defRPr>
            </a:lvl3pPr>
            <a:lvl4pPr marL="0" lvl="3" indent="0" algn="r">
              <a:lnSpc>
                <a:spcPct val="100875"/>
              </a:lnSpc>
              <a:spcBef>
                <a:spcPts val="0"/>
              </a:spcBef>
              <a:spcAft>
                <a:spcPts val="0"/>
              </a:spcAft>
              <a:buClr>
                <a:srgbClr val="000000"/>
              </a:buClr>
              <a:buSzPts val="1200"/>
              <a:buFont typeface="Arial"/>
              <a:buNone/>
              <a:defRPr sz="2133" b="1" i="0" u="none" strike="noStrike" cap="none">
                <a:solidFill>
                  <a:srgbClr val="757575"/>
                </a:solidFill>
                <a:latin typeface="Arial"/>
                <a:ea typeface="Arial"/>
                <a:cs typeface="Arial"/>
                <a:sym typeface="Arial"/>
              </a:defRPr>
            </a:lvl4pPr>
            <a:lvl5pPr marL="0" lvl="4" indent="0" algn="r">
              <a:lnSpc>
                <a:spcPct val="100875"/>
              </a:lnSpc>
              <a:spcBef>
                <a:spcPts val="0"/>
              </a:spcBef>
              <a:spcAft>
                <a:spcPts val="0"/>
              </a:spcAft>
              <a:buClr>
                <a:srgbClr val="000000"/>
              </a:buClr>
              <a:buSzPts val="1200"/>
              <a:buFont typeface="Arial"/>
              <a:buNone/>
              <a:defRPr sz="2133" b="1" i="0" u="none" strike="noStrike" cap="none">
                <a:solidFill>
                  <a:srgbClr val="757575"/>
                </a:solidFill>
                <a:latin typeface="Arial"/>
                <a:ea typeface="Arial"/>
                <a:cs typeface="Arial"/>
                <a:sym typeface="Arial"/>
              </a:defRPr>
            </a:lvl5pPr>
            <a:lvl6pPr marL="0" lvl="5" indent="0" algn="r">
              <a:lnSpc>
                <a:spcPct val="100875"/>
              </a:lnSpc>
              <a:spcBef>
                <a:spcPts val="0"/>
              </a:spcBef>
              <a:spcAft>
                <a:spcPts val="0"/>
              </a:spcAft>
              <a:buClr>
                <a:srgbClr val="000000"/>
              </a:buClr>
              <a:buSzPts val="1200"/>
              <a:buFont typeface="Arial"/>
              <a:buNone/>
              <a:defRPr sz="2133" b="1" i="0" u="none" strike="noStrike" cap="none">
                <a:solidFill>
                  <a:srgbClr val="757575"/>
                </a:solidFill>
                <a:latin typeface="Arial"/>
                <a:ea typeface="Arial"/>
                <a:cs typeface="Arial"/>
                <a:sym typeface="Arial"/>
              </a:defRPr>
            </a:lvl6pPr>
            <a:lvl7pPr marL="0" lvl="6" indent="0" algn="r">
              <a:lnSpc>
                <a:spcPct val="100875"/>
              </a:lnSpc>
              <a:spcBef>
                <a:spcPts val="0"/>
              </a:spcBef>
              <a:spcAft>
                <a:spcPts val="0"/>
              </a:spcAft>
              <a:buClr>
                <a:srgbClr val="000000"/>
              </a:buClr>
              <a:buSzPts val="1200"/>
              <a:buFont typeface="Arial"/>
              <a:buNone/>
              <a:defRPr sz="2133" b="1" i="0" u="none" strike="noStrike" cap="none">
                <a:solidFill>
                  <a:srgbClr val="757575"/>
                </a:solidFill>
                <a:latin typeface="Arial"/>
                <a:ea typeface="Arial"/>
                <a:cs typeface="Arial"/>
                <a:sym typeface="Arial"/>
              </a:defRPr>
            </a:lvl7pPr>
            <a:lvl8pPr marL="0" lvl="7" indent="0" algn="r">
              <a:lnSpc>
                <a:spcPct val="100875"/>
              </a:lnSpc>
              <a:spcBef>
                <a:spcPts val="0"/>
              </a:spcBef>
              <a:spcAft>
                <a:spcPts val="0"/>
              </a:spcAft>
              <a:buClr>
                <a:srgbClr val="000000"/>
              </a:buClr>
              <a:buSzPts val="1200"/>
              <a:buFont typeface="Arial"/>
              <a:buNone/>
              <a:defRPr sz="2133" b="1" i="0" u="none" strike="noStrike" cap="none">
                <a:solidFill>
                  <a:srgbClr val="757575"/>
                </a:solidFill>
                <a:latin typeface="Arial"/>
                <a:ea typeface="Arial"/>
                <a:cs typeface="Arial"/>
                <a:sym typeface="Arial"/>
              </a:defRPr>
            </a:lvl8pPr>
            <a:lvl9pPr marL="0" lvl="8" indent="0" algn="r">
              <a:lnSpc>
                <a:spcPct val="100875"/>
              </a:lnSpc>
              <a:spcBef>
                <a:spcPts val="0"/>
              </a:spcBef>
              <a:spcAft>
                <a:spcPts val="0"/>
              </a:spcAft>
              <a:buClr>
                <a:srgbClr val="000000"/>
              </a:buClr>
              <a:buSzPts val="1200"/>
              <a:buFont typeface="Arial"/>
              <a:buNone/>
              <a:defRPr sz="2133" b="1" i="0" u="none" strike="noStrike" cap="none">
                <a:solidFill>
                  <a:srgbClr val="757575"/>
                </a:solidFill>
                <a:latin typeface="Arial"/>
                <a:ea typeface="Arial"/>
                <a:cs typeface="Arial"/>
                <a:sym typeface="Arial"/>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3559458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3505518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E86EDD-E764-57BD-BA6A-DB49955BB0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5B71FE-372C-2D59-8497-C028DB3104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1908B8-591D-1656-58ED-8712638AFE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61ACC9-BF47-443E-B60D-4E6D341F22B4}" type="datetimeFigureOut">
              <a:rPr lang="en-US" smtClean="0"/>
              <a:t>6/11/2025</a:t>
            </a:fld>
            <a:endParaRPr lang="en-US"/>
          </a:p>
        </p:txBody>
      </p:sp>
      <p:sp>
        <p:nvSpPr>
          <p:cNvPr id="5" name="Footer Placeholder 4">
            <a:extLst>
              <a:ext uri="{FF2B5EF4-FFF2-40B4-BE49-F238E27FC236}">
                <a16:creationId xmlns:a16="http://schemas.microsoft.com/office/drawing/2014/main" id="{220697DF-FEC8-9751-8AB7-139A97D155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AEED24-8BEE-7D26-4B61-6AFF707728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ACEFE9-2711-48FC-BE31-842C5FE332B5}" type="slidenum">
              <a:rPr lang="en-US" smtClean="0"/>
              <a:t>‹#›</a:t>
            </a:fld>
            <a:endParaRPr lang="en-US"/>
          </a:p>
        </p:txBody>
      </p:sp>
    </p:spTree>
    <p:extLst>
      <p:ext uri="{BB962C8B-B14F-4D97-AF65-F5344CB8AC3E}">
        <p14:creationId xmlns:p14="http://schemas.microsoft.com/office/powerpoint/2010/main" val="1802343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hyperlink" Target="https://lamomiaquehabla.blogspot.com/2011/07/la-coordinacion-asistencial-patrocinada.html" TargetMode="External"/><Relationship Id="rId4" Type="http://schemas.openxmlformats.org/officeDocument/2006/relationships/image" Target="../media/image10.jp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normAutofit/>
          </a:bodyPr>
          <a:lstStyle/>
          <a:p>
            <a:pPr algn="l"/>
            <a:r>
              <a:rPr lang="en-US" sz="2800" dirty="0"/>
              <a:t>Dissertation: AI Use cases in Healthcare</a:t>
            </a:r>
          </a:p>
        </p:txBody>
      </p:sp>
      <p:sp>
        <p:nvSpPr>
          <p:cNvPr id="6" name="Subtitle 5"/>
          <p:cNvSpPr>
            <a:spLocks noGrp="1"/>
          </p:cNvSpPr>
          <p:nvPr>
            <p:ph type="subTitle" idx="1"/>
          </p:nvPr>
        </p:nvSpPr>
        <p:spPr/>
        <p:txBody>
          <a:bodyPr/>
          <a:lstStyle/>
          <a:p>
            <a:r>
              <a:rPr lang="en-US" sz="1800" dirty="0">
                <a:solidFill>
                  <a:srgbClr val="211D71"/>
                </a:solidFill>
              </a:rPr>
              <a:t>SIDDHARTHA SANDILYA</a:t>
            </a:r>
          </a:p>
        </p:txBody>
      </p:sp>
      <p:sp>
        <p:nvSpPr>
          <p:cNvPr id="2" name="TextBox 1"/>
          <p:cNvSpPr txBox="1"/>
          <p:nvPr/>
        </p:nvSpPr>
        <p:spPr>
          <a:xfrm>
            <a:off x="6781800" y="5029200"/>
            <a:ext cx="5121031" cy="923330"/>
          </a:xfrm>
          <a:prstGeom prst="rect">
            <a:avLst/>
          </a:prstGeom>
          <a:noFill/>
        </p:spPr>
        <p:txBody>
          <a:bodyPr wrap="square" rtlCol="0">
            <a:spAutoFit/>
          </a:bodyPr>
          <a:lstStyle/>
          <a:p>
            <a:pPr marL="342900" indent="-342900">
              <a:buAutoNum type="arabicPeriod"/>
            </a:pPr>
            <a:r>
              <a:rPr lang="en-US" dirty="0"/>
              <a:t>Medical Image diagnosis using AI</a:t>
            </a:r>
          </a:p>
          <a:p>
            <a:pPr marL="342900" indent="-342900">
              <a:buAutoNum type="arabicPeriod"/>
            </a:pPr>
            <a:r>
              <a:rPr lang="en-US" dirty="0"/>
              <a:t>EHR using NLP Techniques</a:t>
            </a:r>
          </a:p>
          <a:p>
            <a:pPr marL="342900" indent="-342900">
              <a:buAutoNum type="arabicPeriod"/>
            </a:pPr>
            <a:r>
              <a:rPr lang="en-US" dirty="0"/>
              <a:t>Predicting Drug Response using ML</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98F4D3BB-8D32-3D58-A130-03D182185C0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9713594-12DC-910F-A6DE-3AE4A51B10DE}"/>
              </a:ext>
            </a:extLst>
          </p:cNvPr>
          <p:cNvSpPr txBox="1"/>
          <p:nvPr/>
        </p:nvSpPr>
        <p:spPr>
          <a:xfrm>
            <a:off x="1" y="6480461"/>
            <a:ext cx="4663924" cy="329834"/>
          </a:xfrm>
          <a:prstGeom prst="rect">
            <a:avLst/>
          </a:prstGeom>
          <a:noFill/>
        </p:spPr>
        <p:txBody>
          <a:bodyPr wrap="square">
            <a:spAutoFit/>
          </a:bodyPr>
          <a:lstStyle/>
          <a:p>
            <a:pPr>
              <a:lnSpc>
                <a:spcPct val="125000"/>
              </a:lnSpc>
              <a:buSzPct val="83326"/>
            </a:pPr>
            <a:r>
              <a:rPr lang="en-US" sz="1333" dirty="0"/>
              <a:t>Conversation AI (AIMLCZG521)</a:t>
            </a:r>
          </a:p>
        </p:txBody>
      </p:sp>
      <p:sp>
        <p:nvSpPr>
          <p:cNvPr id="2" name="TextBox 1">
            <a:extLst>
              <a:ext uri="{FF2B5EF4-FFF2-40B4-BE49-F238E27FC236}">
                <a16:creationId xmlns:a16="http://schemas.microsoft.com/office/drawing/2014/main" id="{C3FB1660-178E-4586-239E-B91AEBCDD76B}"/>
              </a:ext>
            </a:extLst>
          </p:cNvPr>
          <p:cNvSpPr txBox="1"/>
          <p:nvPr/>
        </p:nvSpPr>
        <p:spPr>
          <a:xfrm>
            <a:off x="119530" y="566928"/>
            <a:ext cx="11145877" cy="646331"/>
          </a:xfrm>
          <a:prstGeom prst="rect">
            <a:avLst/>
          </a:prstGeom>
          <a:noFill/>
        </p:spPr>
        <p:txBody>
          <a:bodyPr wrap="square" rtlCol="0">
            <a:spAutoFit/>
          </a:bodyPr>
          <a:lstStyle/>
          <a:p>
            <a:r>
              <a:rPr lang="en-IN" sz="3600" b="1" dirty="0"/>
              <a:t>Profile Summary</a:t>
            </a:r>
          </a:p>
        </p:txBody>
      </p:sp>
      <p:sp>
        <p:nvSpPr>
          <p:cNvPr id="5" name="object 24">
            <a:extLst>
              <a:ext uri="{FF2B5EF4-FFF2-40B4-BE49-F238E27FC236}">
                <a16:creationId xmlns:a16="http://schemas.microsoft.com/office/drawing/2014/main" id="{A8F08B0A-0309-A7D5-6950-7A9CC73E0968}"/>
              </a:ext>
            </a:extLst>
          </p:cNvPr>
          <p:cNvSpPr txBox="1"/>
          <p:nvPr/>
        </p:nvSpPr>
        <p:spPr>
          <a:xfrm>
            <a:off x="1810463" y="1813174"/>
            <a:ext cx="5222832" cy="957114"/>
          </a:xfrm>
          <a:prstGeom prst="rect">
            <a:avLst/>
          </a:prstGeom>
        </p:spPr>
        <p:txBody>
          <a:bodyPr wrap="square" lIns="0" tIns="8572" rIns="0" bIns="0" rtlCol="0">
            <a:noAutofit/>
          </a:bodyPr>
          <a:lstStyle/>
          <a:p>
            <a:pPr marL="12700" marR="11396" lvl="0" indent="0" algn="l" defTabSz="914400" rtl="0" eaLnBrk="1" fontAlgn="auto" latinLnBrk="0" hangingPunct="1">
              <a:spcBef>
                <a:spcPts val="0"/>
              </a:spcBef>
              <a:spcAft>
                <a:spcPts val="0"/>
              </a:spcAft>
              <a:buClrTx/>
              <a:buSzTx/>
              <a:buFontTx/>
              <a:buNone/>
              <a:tabLst/>
              <a:defRPr/>
            </a:pPr>
            <a:r>
              <a:rPr kumimoji="0" lang="it-IT" sz="2000" b="1" i="0" u="none" strike="noStrike" kern="1200" cap="none" spc="55"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Siddhartha Sandilya</a:t>
            </a:r>
            <a:br>
              <a:rPr kumimoji="0" lang="it-IT" sz="2000" b="1" i="0" u="none" strike="noStrike" kern="1200" cap="none" spc="55"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br>
            <a:r>
              <a:rPr lang="pt-BR" sz="2000" dirty="0">
                <a:solidFill>
                  <a:srgbClr val="172B4D"/>
                </a:solidFill>
                <a:highlight>
                  <a:srgbClr val="FFFFFF"/>
                </a:highlight>
                <a:latin typeface="Calibri" panose="020F0502020204030204" pitchFamily="34" charset="0"/>
                <a:ea typeface="Calibri" panose="020F0502020204030204" pitchFamily="34" charset="0"/>
                <a:cs typeface="Calibri" panose="020F0502020204030204" pitchFamily="34" charset="0"/>
              </a:rPr>
              <a:t>Sr. Manager, D&amp;A Strategy</a:t>
            </a:r>
          </a:p>
          <a:p>
            <a:pPr marL="12700" marR="11396" lvl="0" indent="0" algn="l" defTabSz="914400" rtl="0" eaLnBrk="1" fontAlgn="auto" latinLnBrk="0" hangingPunct="1">
              <a:spcBef>
                <a:spcPts val="0"/>
              </a:spcBef>
              <a:spcAft>
                <a:spcPts val="0"/>
              </a:spcAft>
              <a:buClrTx/>
              <a:buSzTx/>
              <a:buFontTx/>
              <a:buNone/>
              <a:tabLst/>
              <a:defRPr/>
            </a:pPr>
            <a:r>
              <a:rPr lang="it-IT" sz="2000" dirty="0">
                <a:solidFill>
                  <a:srgbClr val="172B4D"/>
                </a:solidFill>
                <a:highlight>
                  <a:srgbClr val="FFFFFF"/>
                </a:highlight>
                <a:latin typeface="Calibri" panose="020F0502020204030204" pitchFamily="34" charset="0"/>
                <a:ea typeface="Calibri" panose="020F0502020204030204" pitchFamily="34" charset="0"/>
                <a:cs typeface="Calibri" panose="020F0502020204030204" pitchFamily="34" charset="0"/>
              </a:rPr>
              <a:t>MSD Pharmaceuticals Private Limited ,Pune</a:t>
            </a:r>
          </a:p>
        </p:txBody>
      </p:sp>
      <p:cxnSp>
        <p:nvCxnSpPr>
          <p:cNvPr id="6" name="Straight Connector 5">
            <a:extLst>
              <a:ext uri="{FF2B5EF4-FFF2-40B4-BE49-F238E27FC236}">
                <a16:creationId xmlns:a16="http://schemas.microsoft.com/office/drawing/2014/main" id="{B7C2B149-E37D-7A2A-948D-02E52DBE64AB}"/>
              </a:ext>
            </a:extLst>
          </p:cNvPr>
          <p:cNvCxnSpPr>
            <a:cxnSpLocks/>
          </p:cNvCxnSpPr>
          <p:nvPr/>
        </p:nvCxnSpPr>
        <p:spPr>
          <a:xfrm flipV="1">
            <a:off x="119530" y="3062772"/>
            <a:ext cx="10961563" cy="48546"/>
          </a:xfrm>
          <a:prstGeom prst="line">
            <a:avLst/>
          </a:prstGeom>
          <a:ln w="12700">
            <a:solidFill>
              <a:srgbClr val="00857C"/>
            </a:solidFill>
          </a:ln>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F04910E3-DE45-9C2D-D5B4-7D5B569925F1}"/>
              </a:ext>
            </a:extLst>
          </p:cNvPr>
          <p:cNvCxnSpPr>
            <a:cxnSpLocks/>
          </p:cNvCxnSpPr>
          <p:nvPr/>
        </p:nvCxnSpPr>
        <p:spPr>
          <a:xfrm flipV="1">
            <a:off x="119530" y="1384211"/>
            <a:ext cx="10961563" cy="48546"/>
          </a:xfrm>
          <a:prstGeom prst="line">
            <a:avLst/>
          </a:prstGeom>
          <a:ln w="31750">
            <a:solidFill>
              <a:srgbClr val="00857C"/>
            </a:solidFill>
          </a:ln>
        </p:spPr>
        <p:style>
          <a:lnRef idx="1">
            <a:schemeClr val="accent2"/>
          </a:lnRef>
          <a:fillRef idx="0">
            <a:schemeClr val="accent2"/>
          </a:fillRef>
          <a:effectRef idx="0">
            <a:schemeClr val="accent2"/>
          </a:effectRef>
          <a:fontRef idx="minor">
            <a:schemeClr val="tx1"/>
          </a:fontRef>
        </p:style>
      </p:cxnSp>
      <p:pic>
        <p:nvPicPr>
          <p:cNvPr id="8" name="Picture 7" descr="A person wearing glasses and a blue shirt&#10;&#10;Description automatically generated">
            <a:extLst>
              <a:ext uri="{FF2B5EF4-FFF2-40B4-BE49-F238E27FC236}">
                <a16:creationId xmlns:a16="http://schemas.microsoft.com/office/drawing/2014/main" id="{725BED47-569A-4C38-4B94-9C6CB259FB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530" y="1495105"/>
            <a:ext cx="1466508" cy="1466508"/>
          </a:xfrm>
          <a:prstGeom prst="rect">
            <a:avLst/>
          </a:prstGeom>
        </p:spPr>
      </p:pic>
      <p:sp>
        <p:nvSpPr>
          <p:cNvPr id="10" name="TextBox 9">
            <a:extLst>
              <a:ext uri="{FF2B5EF4-FFF2-40B4-BE49-F238E27FC236}">
                <a16:creationId xmlns:a16="http://schemas.microsoft.com/office/drawing/2014/main" id="{3B988C36-B883-0E2F-5329-F6FEB6C7F736}"/>
              </a:ext>
            </a:extLst>
          </p:cNvPr>
          <p:cNvSpPr txBox="1"/>
          <p:nvPr/>
        </p:nvSpPr>
        <p:spPr>
          <a:xfrm>
            <a:off x="119529" y="3159971"/>
            <a:ext cx="10961563" cy="2777683"/>
          </a:xfrm>
          <a:prstGeom prst="rect">
            <a:avLst/>
          </a:prstGeom>
          <a:noFill/>
        </p:spPr>
        <p:txBody>
          <a:bodyPr wrap="square">
            <a:spAutoFit/>
          </a:bodyPr>
          <a:lstStyle/>
          <a:p>
            <a:pPr marL="12700" marR="10300" lvl="0" indent="0" algn="l" defTabSz="914400" rtl="0" eaLnBrk="1" fontAlgn="auto" latinLnBrk="0" hangingPunct="1">
              <a:lnSpc>
                <a:spcPts val="1185"/>
              </a:lnSpc>
              <a:spcBef>
                <a:spcPts val="0"/>
              </a:spcBef>
              <a:spcAft>
                <a:spcPts val="300"/>
              </a:spcAft>
              <a:buClrTx/>
              <a:buSzTx/>
              <a:buFontTx/>
              <a:buNone/>
              <a:tabLst/>
              <a:defRPr/>
            </a:pPr>
            <a:r>
              <a:rPr kumimoji="0" lang="en-US" sz="1800" b="1" i="0" u="sng"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Background:</a:t>
            </a:r>
            <a:endPar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defRPr/>
            </a:pPr>
            <a:r>
              <a:rPr lang="en-US" dirty="0"/>
              <a:t>Over </a:t>
            </a:r>
            <a:r>
              <a:rPr lang="en-US" b="1" dirty="0"/>
              <a:t>10 years of experience</a:t>
            </a:r>
            <a:r>
              <a:rPr lang="en-US" dirty="0"/>
              <a:t> in the </a:t>
            </a:r>
            <a:r>
              <a:rPr lang="en-US" b="1" dirty="0"/>
              <a:t>Data Analytics &amp; Science</a:t>
            </a:r>
            <a:r>
              <a:rPr lang="en-US" dirty="0"/>
              <a:t> domain, with a track record across industries including </a:t>
            </a:r>
            <a:r>
              <a:rPr lang="en-US" b="1" dirty="0"/>
              <a:t>Pharmaceuticals, Retail, and Telecom</a:t>
            </a:r>
            <a:r>
              <a:rPr lang="en-US" dirty="0"/>
              <a:t>.</a:t>
            </a:r>
          </a:p>
          <a:p>
            <a:pPr marL="171450" indent="-171450">
              <a:buFont typeface="Arial" panose="020B0604020202020204" pitchFamily="34" charset="0"/>
              <a:buChar char="•"/>
              <a:defRPr/>
            </a:pPr>
            <a:r>
              <a:rPr lang="en-US" dirty="0"/>
              <a:t>Specialized exposure to the </a:t>
            </a:r>
            <a:r>
              <a:rPr lang="en-US" b="1" dirty="0"/>
              <a:t>Pharma industry for over 5 years</a:t>
            </a:r>
            <a:r>
              <a:rPr lang="en-US" dirty="0"/>
              <a:t>, working on data-driven decision-making and analytics solutions.</a:t>
            </a:r>
          </a:p>
          <a:p>
            <a:pPr marL="171450" indent="-171450">
              <a:buFont typeface="Arial" panose="020B0604020202020204" pitchFamily="34" charset="0"/>
              <a:buChar char="•"/>
              <a:defRPr/>
            </a:pPr>
            <a:r>
              <a:rPr lang="en-US" dirty="0"/>
              <a:t>Formerly associated with leading organizations such as </a:t>
            </a:r>
            <a:r>
              <a:rPr lang="en-US" b="1" dirty="0"/>
              <a:t>Novartis, Axtria, Fractal Analytics, Cognizant, and Infosys</a:t>
            </a:r>
            <a:r>
              <a:rPr lang="en-US" dirty="0"/>
              <a:t>, contributing to projects in </a:t>
            </a:r>
            <a:r>
              <a:rPr lang="en-US" b="1" dirty="0"/>
              <a:t>Commercial Analytics, Decision Science, Retail Analytics, Data Analytics</a:t>
            </a:r>
            <a:r>
              <a:rPr lang="en-US" dirty="0"/>
              <a:t>, and </a:t>
            </a:r>
            <a:r>
              <a:rPr lang="en-US" b="1" dirty="0"/>
              <a:t>Business Intelligence</a:t>
            </a:r>
            <a:r>
              <a:rPr lang="en-US" dirty="0"/>
              <a:t>.</a:t>
            </a:r>
          </a:p>
          <a:p>
            <a:pPr marL="171450" indent="-171450">
              <a:buFont typeface="Arial" panose="020B0604020202020204" pitchFamily="34" charset="0"/>
              <a:buChar char="•"/>
              <a:defRPr/>
            </a:pPr>
            <a:r>
              <a:rPr lang="en-US" dirty="0"/>
              <a:t>Holds a degree in </a:t>
            </a:r>
            <a:r>
              <a:rPr lang="en-US" b="1" dirty="0"/>
              <a:t>Engineering/STEM</a:t>
            </a:r>
            <a:r>
              <a:rPr lang="en-US" dirty="0"/>
              <a:t> and is currently pursuing </a:t>
            </a:r>
            <a:r>
              <a:rPr lang="en-US" b="1" dirty="0"/>
              <a:t>M.Tech in Artificial Intelligence &amp; Machine Learning from BITS , Pilani</a:t>
            </a:r>
            <a:r>
              <a:rPr lang="en-US" dirty="0"/>
              <a:t> to deepen expertise in cutting-edge AI technologies</a:t>
            </a:r>
            <a:endParaRPr lang="en-US" sz="1800" dirty="0">
              <a:solidFill>
                <a:srgbClr val="172B4D"/>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pic>
        <p:nvPicPr>
          <p:cNvPr id="21" name="Picture 20">
            <a:extLst>
              <a:ext uri="{FF2B5EF4-FFF2-40B4-BE49-F238E27FC236}">
                <a16:creationId xmlns:a16="http://schemas.microsoft.com/office/drawing/2014/main" id="{7D3F9140-151B-A000-1F7F-74471CBA6FDE}"/>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505702" y="1603506"/>
            <a:ext cx="1609470" cy="1249706"/>
          </a:xfrm>
          <a:prstGeom prst="rect">
            <a:avLst/>
          </a:prstGeom>
        </p:spPr>
      </p:pic>
    </p:spTree>
    <p:extLst>
      <p:ext uri="{BB962C8B-B14F-4D97-AF65-F5344CB8AC3E}">
        <p14:creationId xmlns:p14="http://schemas.microsoft.com/office/powerpoint/2010/main" val="4178448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5A27E261-2F99-B84B-2ACF-06D328A5D00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CDBD58D-4763-38D4-77A2-583C75A5DC42}"/>
              </a:ext>
            </a:extLst>
          </p:cNvPr>
          <p:cNvSpPr txBox="1"/>
          <p:nvPr/>
        </p:nvSpPr>
        <p:spPr>
          <a:xfrm>
            <a:off x="1" y="6480461"/>
            <a:ext cx="4663924" cy="329834"/>
          </a:xfrm>
          <a:prstGeom prst="rect">
            <a:avLst/>
          </a:prstGeom>
          <a:noFill/>
        </p:spPr>
        <p:txBody>
          <a:bodyPr wrap="square">
            <a:spAutoFit/>
          </a:bodyPr>
          <a:lstStyle/>
          <a:p>
            <a:pPr>
              <a:lnSpc>
                <a:spcPct val="125000"/>
              </a:lnSpc>
              <a:buSzPct val="83326"/>
            </a:pPr>
            <a:r>
              <a:rPr lang="en-US" sz="1333" dirty="0"/>
              <a:t>Conversation AI (AIMLCZG521)</a:t>
            </a:r>
          </a:p>
        </p:txBody>
      </p:sp>
      <p:sp>
        <p:nvSpPr>
          <p:cNvPr id="2" name="TextBox 1">
            <a:extLst>
              <a:ext uri="{FF2B5EF4-FFF2-40B4-BE49-F238E27FC236}">
                <a16:creationId xmlns:a16="http://schemas.microsoft.com/office/drawing/2014/main" id="{C9017E5A-FAF6-965C-DB47-5636D65506F1}"/>
              </a:ext>
            </a:extLst>
          </p:cNvPr>
          <p:cNvSpPr txBox="1"/>
          <p:nvPr/>
        </p:nvSpPr>
        <p:spPr>
          <a:xfrm>
            <a:off x="119530" y="513977"/>
            <a:ext cx="6975371" cy="1056764"/>
          </a:xfrm>
          <a:prstGeom prst="rect">
            <a:avLst/>
          </a:prstGeom>
          <a:noFill/>
        </p:spPr>
        <p:txBody>
          <a:bodyPr wrap="none" rtlCol="0">
            <a:spAutoFit/>
          </a:bodyPr>
          <a:lstStyle/>
          <a:p>
            <a:r>
              <a:rPr lang="en-IN" sz="3600" b="1" dirty="0"/>
              <a:t>1. </a:t>
            </a:r>
            <a:r>
              <a:rPr lang="en-US" sz="3600" b="1" dirty="0"/>
              <a:t>Medical Image diagnosis using AI</a:t>
            </a:r>
          </a:p>
          <a:p>
            <a:endParaRPr lang="en-IN" sz="2667" b="1" dirty="0"/>
          </a:p>
        </p:txBody>
      </p:sp>
      <p:graphicFrame>
        <p:nvGraphicFramePr>
          <p:cNvPr id="5" name="Diagram 4">
            <a:extLst>
              <a:ext uri="{FF2B5EF4-FFF2-40B4-BE49-F238E27FC236}">
                <a16:creationId xmlns:a16="http://schemas.microsoft.com/office/drawing/2014/main" id="{B151426C-317A-9BD6-A49B-071C63575688}"/>
              </a:ext>
            </a:extLst>
          </p:cNvPr>
          <p:cNvGraphicFramePr/>
          <p:nvPr>
            <p:extLst>
              <p:ext uri="{D42A27DB-BD31-4B8C-83A1-F6EECF244321}">
                <p14:modId xmlns:p14="http://schemas.microsoft.com/office/powerpoint/2010/main" val="3837106164"/>
              </p:ext>
            </p:extLst>
          </p:nvPr>
        </p:nvGraphicFramePr>
        <p:xfrm>
          <a:off x="119530" y="1440330"/>
          <a:ext cx="10887695" cy="5040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7330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03B1D4CF-C34E-F0E8-3983-22D98082ADC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C7AFD01-E59F-2C3C-8F7E-4C476890D37B}"/>
              </a:ext>
            </a:extLst>
          </p:cNvPr>
          <p:cNvSpPr txBox="1"/>
          <p:nvPr/>
        </p:nvSpPr>
        <p:spPr>
          <a:xfrm>
            <a:off x="1" y="6480461"/>
            <a:ext cx="4663924" cy="329834"/>
          </a:xfrm>
          <a:prstGeom prst="rect">
            <a:avLst/>
          </a:prstGeom>
          <a:noFill/>
        </p:spPr>
        <p:txBody>
          <a:bodyPr wrap="square">
            <a:spAutoFit/>
          </a:bodyPr>
          <a:lstStyle/>
          <a:p>
            <a:pPr>
              <a:lnSpc>
                <a:spcPct val="125000"/>
              </a:lnSpc>
              <a:buSzPct val="83326"/>
            </a:pPr>
            <a:r>
              <a:rPr lang="en-US" sz="1333" dirty="0"/>
              <a:t>Dissertation(2023AA05705)</a:t>
            </a:r>
          </a:p>
        </p:txBody>
      </p:sp>
      <p:sp>
        <p:nvSpPr>
          <p:cNvPr id="2" name="TextBox 1">
            <a:extLst>
              <a:ext uri="{FF2B5EF4-FFF2-40B4-BE49-F238E27FC236}">
                <a16:creationId xmlns:a16="http://schemas.microsoft.com/office/drawing/2014/main" id="{BF995E38-6463-1C7D-C207-ECE3AFBA2455}"/>
              </a:ext>
            </a:extLst>
          </p:cNvPr>
          <p:cNvSpPr txBox="1"/>
          <p:nvPr/>
        </p:nvSpPr>
        <p:spPr>
          <a:xfrm>
            <a:off x="119530" y="513977"/>
            <a:ext cx="5687967" cy="646331"/>
          </a:xfrm>
          <a:prstGeom prst="rect">
            <a:avLst/>
          </a:prstGeom>
          <a:noFill/>
        </p:spPr>
        <p:txBody>
          <a:bodyPr wrap="none" rtlCol="0">
            <a:spAutoFit/>
          </a:bodyPr>
          <a:lstStyle/>
          <a:p>
            <a:r>
              <a:rPr lang="en-US" sz="3600" b="1" dirty="0"/>
              <a:t>2. EHR Using NLP Techniques</a:t>
            </a:r>
            <a:endParaRPr lang="en-IN" sz="2667" b="1" dirty="0"/>
          </a:p>
        </p:txBody>
      </p:sp>
      <p:graphicFrame>
        <p:nvGraphicFramePr>
          <p:cNvPr id="5" name="Diagram 4">
            <a:extLst>
              <a:ext uri="{FF2B5EF4-FFF2-40B4-BE49-F238E27FC236}">
                <a16:creationId xmlns:a16="http://schemas.microsoft.com/office/drawing/2014/main" id="{09538DBE-8F13-EF5D-EA67-F7FCA50FD193}"/>
              </a:ext>
            </a:extLst>
          </p:cNvPr>
          <p:cNvGraphicFramePr/>
          <p:nvPr>
            <p:extLst>
              <p:ext uri="{D42A27DB-BD31-4B8C-83A1-F6EECF244321}">
                <p14:modId xmlns:p14="http://schemas.microsoft.com/office/powerpoint/2010/main" val="2966081955"/>
              </p:ext>
            </p:extLst>
          </p:nvPr>
        </p:nvGraphicFramePr>
        <p:xfrm>
          <a:off x="119530" y="1440330"/>
          <a:ext cx="10887695" cy="5040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72451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9F0FB62C-FD36-1280-39A1-0D71EC27548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794CA10-2A2A-9EB8-1DD0-2D0A8918BE55}"/>
              </a:ext>
            </a:extLst>
          </p:cNvPr>
          <p:cNvSpPr txBox="1"/>
          <p:nvPr/>
        </p:nvSpPr>
        <p:spPr>
          <a:xfrm>
            <a:off x="1" y="6480461"/>
            <a:ext cx="4663924" cy="329834"/>
          </a:xfrm>
          <a:prstGeom prst="rect">
            <a:avLst/>
          </a:prstGeom>
          <a:noFill/>
        </p:spPr>
        <p:txBody>
          <a:bodyPr wrap="square">
            <a:spAutoFit/>
          </a:bodyPr>
          <a:lstStyle/>
          <a:p>
            <a:pPr>
              <a:lnSpc>
                <a:spcPct val="125000"/>
              </a:lnSpc>
              <a:buSzPct val="83326"/>
            </a:pPr>
            <a:r>
              <a:rPr lang="en-US" sz="1333" dirty="0"/>
              <a:t>Dissertation (2023AA05705)</a:t>
            </a:r>
          </a:p>
        </p:txBody>
      </p:sp>
      <p:sp>
        <p:nvSpPr>
          <p:cNvPr id="2" name="TextBox 1">
            <a:extLst>
              <a:ext uri="{FF2B5EF4-FFF2-40B4-BE49-F238E27FC236}">
                <a16:creationId xmlns:a16="http://schemas.microsoft.com/office/drawing/2014/main" id="{58134C35-138B-7A02-6975-758E2A22DE39}"/>
              </a:ext>
            </a:extLst>
          </p:cNvPr>
          <p:cNvSpPr txBox="1"/>
          <p:nvPr/>
        </p:nvSpPr>
        <p:spPr>
          <a:xfrm>
            <a:off x="119530" y="513977"/>
            <a:ext cx="7367017" cy="1056764"/>
          </a:xfrm>
          <a:prstGeom prst="rect">
            <a:avLst/>
          </a:prstGeom>
          <a:noFill/>
        </p:spPr>
        <p:txBody>
          <a:bodyPr wrap="none" rtlCol="0">
            <a:spAutoFit/>
          </a:bodyPr>
          <a:lstStyle/>
          <a:p>
            <a:r>
              <a:rPr lang="en-US" sz="3600" b="1" dirty="0"/>
              <a:t>3. Predicting Drug Response using ML</a:t>
            </a:r>
          </a:p>
          <a:p>
            <a:endParaRPr lang="en-IN" sz="2667" b="1" dirty="0"/>
          </a:p>
        </p:txBody>
      </p:sp>
      <p:graphicFrame>
        <p:nvGraphicFramePr>
          <p:cNvPr id="5" name="Diagram 4">
            <a:extLst>
              <a:ext uri="{FF2B5EF4-FFF2-40B4-BE49-F238E27FC236}">
                <a16:creationId xmlns:a16="http://schemas.microsoft.com/office/drawing/2014/main" id="{54C24831-D08D-E0DF-ADDE-16EDC517F336}"/>
              </a:ext>
            </a:extLst>
          </p:cNvPr>
          <p:cNvGraphicFramePr/>
          <p:nvPr>
            <p:extLst>
              <p:ext uri="{D42A27DB-BD31-4B8C-83A1-F6EECF244321}">
                <p14:modId xmlns:p14="http://schemas.microsoft.com/office/powerpoint/2010/main" val="206938894"/>
              </p:ext>
            </p:extLst>
          </p:nvPr>
        </p:nvGraphicFramePr>
        <p:xfrm>
          <a:off x="119530" y="1440330"/>
          <a:ext cx="10887695" cy="5040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17861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6325</TotalTime>
  <Words>826</Words>
  <Application>Microsoft Office PowerPoint</Application>
  <PresentationFormat>Widescreen</PresentationFormat>
  <Paragraphs>81</Paragraphs>
  <Slides>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Helvetica</vt:lpstr>
      <vt:lpstr>Wingdings</vt:lpstr>
      <vt:lpstr>Office Theme</vt:lpstr>
      <vt:lpstr>Dissertation: AI Use cases in Healthcare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siddhartha sandilya</dc:creator>
  <cp:lastModifiedBy>siddhartha sandilya</cp:lastModifiedBy>
  <cp:revision>93</cp:revision>
  <dcterms:created xsi:type="dcterms:W3CDTF">2025-06-05T13:47:09Z</dcterms:created>
  <dcterms:modified xsi:type="dcterms:W3CDTF">2025-06-11T12:36:26Z</dcterms:modified>
</cp:coreProperties>
</file>